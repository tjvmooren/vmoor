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19" autoAdjust="0"/>
  </p:normalViewPr>
  <p:slideViewPr>
    <p:cSldViewPr snapToGrid="0" snapToObjects="1">
      <p:cViewPr varScale="1">
        <p:scale>
          <a:sx n="93" d="100"/>
          <a:sy n="93" d="100"/>
        </p:scale>
        <p:origin x="2124" y="1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518FE-7640-4359-8DCC-6667936CC402}"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CEA2BE70-AEEE-4FBB-BF2B-8FD2750CB26C}">
      <dgm:prSet/>
      <dgm:spPr/>
      <dgm:t>
        <a:bodyPr/>
        <a:lstStyle/>
        <a:p>
          <a:r>
            <a:rPr lang="en-US"/>
            <a:t>Tyler Vander Mooren</a:t>
          </a:r>
        </a:p>
      </dgm:t>
    </dgm:pt>
    <dgm:pt modelId="{5D962894-CE4A-49F3-8AB0-9E7F80315411}" type="parTrans" cxnId="{5154B59F-DFE8-4C50-BB93-201220CCA5EF}">
      <dgm:prSet/>
      <dgm:spPr/>
      <dgm:t>
        <a:bodyPr/>
        <a:lstStyle/>
        <a:p>
          <a:endParaRPr lang="en-US"/>
        </a:p>
      </dgm:t>
    </dgm:pt>
    <dgm:pt modelId="{C7C7FA21-A297-411D-89C7-F73A74E41290}" type="sibTrans" cxnId="{5154B59F-DFE8-4C50-BB93-201220CCA5EF}">
      <dgm:prSet/>
      <dgm:spPr/>
      <dgm:t>
        <a:bodyPr/>
        <a:lstStyle/>
        <a:p>
          <a:endParaRPr lang="en-US"/>
        </a:p>
      </dgm:t>
    </dgm:pt>
    <dgm:pt modelId="{30AEACFE-DAA6-4AEE-93E0-CCFD21C8826B}">
      <dgm:prSet/>
      <dgm:spPr/>
      <dgm:t>
        <a:bodyPr/>
        <a:lstStyle/>
        <a:p>
          <a:r>
            <a:rPr lang="en-US"/>
            <a:t>INT 315 Intelligence Collection, Analysis and Technology</a:t>
          </a:r>
        </a:p>
      </dgm:t>
    </dgm:pt>
    <dgm:pt modelId="{4AF8C34B-B040-4AFD-BA83-1D9C70EE6F0F}" type="parTrans" cxnId="{828CD4AC-ABA4-4D4C-BE0F-5FFCA5B4174B}">
      <dgm:prSet/>
      <dgm:spPr/>
      <dgm:t>
        <a:bodyPr/>
        <a:lstStyle/>
        <a:p>
          <a:endParaRPr lang="en-US"/>
        </a:p>
      </dgm:t>
    </dgm:pt>
    <dgm:pt modelId="{21DB12FC-0C5F-466E-A996-548B47511713}" type="sibTrans" cxnId="{828CD4AC-ABA4-4D4C-BE0F-5FFCA5B4174B}">
      <dgm:prSet/>
      <dgm:spPr/>
      <dgm:t>
        <a:bodyPr/>
        <a:lstStyle/>
        <a:p>
          <a:endParaRPr lang="en-US"/>
        </a:p>
      </dgm:t>
    </dgm:pt>
    <dgm:pt modelId="{C469537E-1866-4C3B-B256-2FA17839F576}">
      <dgm:prSet/>
      <dgm:spPr/>
      <dgm:t>
        <a:bodyPr/>
        <a:lstStyle/>
        <a:p>
          <a:r>
            <a:rPr lang="en-US"/>
            <a:t>5/1/2025</a:t>
          </a:r>
        </a:p>
      </dgm:t>
    </dgm:pt>
    <dgm:pt modelId="{A8E9626D-7928-4480-B750-2B1E5C4A5018}" type="parTrans" cxnId="{F576BD97-C401-4DEC-AC9E-F77F77C68885}">
      <dgm:prSet/>
      <dgm:spPr/>
      <dgm:t>
        <a:bodyPr/>
        <a:lstStyle/>
        <a:p>
          <a:endParaRPr lang="en-US"/>
        </a:p>
      </dgm:t>
    </dgm:pt>
    <dgm:pt modelId="{F91F16A7-BAD6-445E-898E-5540C46036E3}" type="sibTrans" cxnId="{F576BD97-C401-4DEC-AC9E-F77F77C68885}">
      <dgm:prSet/>
      <dgm:spPr/>
      <dgm:t>
        <a:bodyPr/>
        <a:lstStyle/>
        <a:p>
          <a:endParaRPr lang="en-US"/>
        </a:p>
      </dgm:t>
    </dgm:pt>
    <dgm:pt modelId="{FD457734-1F8B-49B6-B85D-C72C9FF2E498}" type="pres">
      <dgm:prSet presAssocID="{EB5518FE-7640-4359-8DCC-6667936CC402}" presName="vert0" presStyleCnt="0">
        <dgm:presLayoutVars>
          <dgm:dir/>
          <dgm:animOne val="branch"/>
          <dgm:animLvl val="lvl"/>
        </dgm:presLayoutVars>
      </dgm:prSet>
      <dgm:spPr/>
    </dgm:pt>
    <dgm:pt modelId="{495BA230-368A-4AF4-B979-C9F478F06D66}" type="pres">
      <dgm:prSet presAssocID="{CEA2BE70-AEEE-4FBB-BF2B-8FD2750CB26C}" presName="thickLine" presStyleLbl="alignNode1" presStyleIdx="0" presStyleCnt="3"/>
      <dgm:spPr/>
    </dgm:pt>
    <dgm:pt modelId="{DE332F3F-EA58-4278-AD63-9F54416E3609}" type="pres">
      <dgm:prSet presAssocID="{CEA2BE70-AEEE-4FBB-BF2B-8FD2750CB26C}" presName="horz1" presStyleCnt="0"/>
      <dgm:spPr/>
    </dgm:pt>
    <dgm:pt modelId="{3A46F2DC-BEE7-438D-BE62-BDC3F3DFD33C}" type="pres">
      <dgm:prSet presAssocID="{CEA2BE70-AEEE-4FBB-BF2B-8FD2750CB26C}" presName="tx1" presStyleLbl="revTx" presStyleIdx="0" presStyleCnt="3"/>
      <dgm:spPr/>
    </dgm:pt>
    <dgm:pt modelId="{1221238A-67D5-4ABE-8B7A-E19C4B6D58B7}" type="pres">
      <dgm:prSet presAssocID="{CEA2BE70-AEEE-4FBB-BF2B-8FD2750CB26C}" presName="vert1" presStyleCnt="0"/>
      <dgm:spPr/>
    </dgm:pt>
    <dgm:pt modelId="{27615406-C2D5-4554-8508-F926B9C0003F}" type="pres">
      <dgm:prSet presAssocID="{30AEACFE-DAA6-4AEE-93E0-CCFD21C8826B}" presName="thickLine" presStyleLbl="alignNode1" presStyleIdx="1" presStyleCnt="3"/>
      <dgm:spPr/>
    </dgm:pt>
    <dgm:pt modelId="{4D0E093C-F7AC-4723-9528-11220FEB8D24}" type="pres">
      <dgm:prSet presAssocID="{30AEACFE-DAA6-4AEE-93E0-CCFD21C8826B}" presName="horz1" presStyleCnt="0"/>
      <dgm:spPr/>
    </dgm:pt>
    <dgm:pt modelId="{CD346714-2F0F-4F29-9972-7E807C839725}" type="pres">
      <dgm:prSet presAssocID="{30AEACFE-DAA6-4AEE-93E0-CCFD21C8826B}" presName="tx1" presStyleLbl="revTx" presStyleIdx="1" presStyleCnt="3"/>
      <dgm:spPr/>
    </dgm:pt>
    <dgm:pt modelId="{DD28E756-39CB-45B4-884A-F2E39E7DC0DC}" type="pres">
      <dgm:prSet presAssocID="{30AEACFE-DAA6-4AEE-93E0-CCFD21C8826B}" presName="vert1" presStyleCnt="0"/>
      <dgm:spPr/>
    </dgm:pt>
    <dgm:pt modelId="{9E0A5511-C0C8-4887-87C3-15929CAEA972}" type="pres">
      <dgm:prSet presAssocID="{C469537E-1866-4C3B-B256-2FA17839F576}" presName="thickLine" presStyleLbl="alignNode1" presStyleIdx="2" presStyleCnt="3"/>
      <dgm:spPr/>
    </dgm:pt>
    <dgm:pt modelId="{69ECD08E-DD04-4879-9610-C8134CEDE95B}" type="pres">
      <dgm:prSet presAssocID="{C469537E-1866-4C3B-B256-2FA17839F576}" presName="horz1" presStyleCnt="0"/>
      <dgm:spPr/>
    </dgm:pt>
    <dgm:pt modelId="{AB2DB556-79C3-4AB6-A69C-D16F304C270C}" type="pres">
      <dgm:prSet presAssocID="{C469537E-1866-4C3B-B256-2FA17839F576}" presName="tx1" presStyleLbl="revTx" presStyleIdx="2" presStyleCnt="3"/>
      <dgm:spPr/>
    </dgm:pt>
    <dgm:pt modelId="{3D747E83-601D-463F-A604-65566580F3F6}" type="pres">
      <dgm:prSet presAssocID="{C469537E-1866-4C3B-B256-2FA17839F576}" presName="vert1" presStyleCnt="0"/>
      <dgm:spPr/>
    </dgm:pt>
  </dgm:ptLst>
  <dgm:cxnLst>
    <dgm:cxn modelId="{F28D5C07-F357-4F4F-92D3-D60051888621}" type="presOf" srcId="{CEA2BE70-AEEE-4FBB-BF2B-8FD2750CB26C}" destId="{3A46F2DC-BEE7-438D-BE62-BDC3F3DFD33C}" srcOrd="0" destOrd="0" presId="urn:microsoft.com/office/officeart/2008/layout/LinedList"/>
    <dgm:cxn modelId="{B971ED08-3743-46D8-8586-F382F8AA93D3}" type="presOf" srcId="{30AEACFE-DAA6-4AEE-93E0-CCFD21C8826B}" destId="{CD346714-2F0F-4F29-9972-7E807C839725}" srcOrd="0" destOrd="0" presId="urn:microsoft.com/office/officeart/2008/layout/LinedList"/>
    <dgm:cxn modelId="{F27D7F39-D5E6-4041-B51C-69FB4C51A8E5}" type="presOf" srcId="{C469537E-1866-4C3B-B256-2FA17839F576}" destId="{AB2DB556-79C3-4AB6-A69C-D16F304C270C}" srcOrd="0" destOrd="0" presId="urn:microsoft.com/office/officeart/2008/layout/LinedList"/>
    <dgm:cxn modelId="{F576BD97-C401-4DEC-AC9E-F77F77C68885}" srcId="{EB5518FE-7640-4359-8DCC-6667936CC402}" destId="{C469537E-1866-4C3B-B256-2FA17839F576}" srcOrd="2" destOrd="0" parTransId="{A8E9626D-7928-4480-B750-2B1E5C4A5018}" sibTransId="{F91F16A7-BAD6-445E-898E-5540C46036E3}"/>
    <dgm:cxn modelId="{5154B59F-DFE8-4C50-BB93-201220CCA5EF}" srcId="{EB5518FE-7640-4359-8DCC-6667936CC402}" destId="{CEA2BE70-AEEE-4FBB-BF2B-8FD2750CB26C}" srcOrd="0" destOrd="0" parTransId="{5D962894-CE4A-49F3-8AB0-9E7F80315411}" sibTransId="{C7C7FA21-A297-411D-89C7-F73A74E41290}"/>
    <dgm:cxn modelId="{828CD4AC-ABA4-4D4C-BE0F-5FFCA5B4174B}" srcId="{EB5518FE-7640-4359-8DCC-6667936CC402}" destId="{30AEACFE-DAA6-4AEE-93E0-CCFD21C8826B}" srcOrd="1" destOrd="0" parTransId="{4AF8C34B-B040-4AFD-BA83-1D9C70EE6F0F}" sibTransId="{21DB12FC-0C5F-466E-A996-548B47511713}"/>
    <dgm:cxn modelId="{6B7134F3-34E3-400C-A1F7-63DAF7EDEE7A}" type="presOf" srcId="{EB5518FE-7640-4359-8DCC-6667936CC402}" destId="{FD457734-1F8B-49B6-B85D-C72C9FF2E498}" srcOrd="0" destOrd="0" presId="urn:microsoft.com/office/officeart/2008/layout/LinedList"/>
    <dgm:cxn modelId="{87616221-5395-4BF6-AF91-12BF7E77788C}" type="presParOf" srcId="{FD457734-1F8B-49B6-B85D-C72C9FF2E498}" destId="{495BA230-368A-4AF4-B979-C9F478F06D66}" srcOrd="0" destOrd="0" presId="urn:microsoft.com/office/officeart/2008/layout/LinedList"/>
    <dgm:cxn modelId="{4C2D4EEA-CD53-4B82-A927-10E09B855433}" type="presParOf" srcId="{FD457734-1F8B-49B6-B85D-C72C9FF2E498}" destId="{DE332F3F-EA58-4278-AD63-9F54416E3609}" srcOrd="1" destOrd="0" presId="urn:microsoft.com/office/officeart/2008/layout/LinedList"/>
    <dgm:cxn modelId="{42A57E60-153D-41BC-84C2-FFA325E90131}" type="presParOf" srcId="{DE332F3F-EA58-4278-AD63-9F54416E3609}" destId="{3A46F2DC-BEE7-438D-BE62-BDC3F3DFD33C}" srcOrd="0" destOrd="0" presId="urn:microsoft.com/office/officeart/2008/layout/LinedList"/>
    <dgm:cxn modelId="{CD32EFA7-F56D-4526-A5B9-CB6A38E6FD57}" type="presParOf" srcId="{DE332F3F-EA58-4278-AD63-9F54416E3609}" destId="{1221238A-67D5-4ABE-8B7A-E19C4B6D58B7}" srcOrd="1" destOrd="0" presId="urn:microsoft.com/office/officeart/2008/layout/LinedList"/>
    <dgm:cxn modelId="{4D7D3CC9-8F7D-4D67-8F4D-47E2F5DD3F0C}" type="presParOf" srcId="{FD457734-1F8B-49B6-B85D-C72C9FF2E498}" destId="{27615406-C2D5-4554-8508-F926B9C0003F}" srcOrd="2" destOrd="0" presId="urn:microsoft.com/office/officeart/2008/layout/LinedList"/>
    <dgm:cxn modelId="{E2EF1892-115D-43B5-A429-6BA159DC0A31}" type="presParOf" srcId="{FD457734-1F8B-49B6-B85D-C72C9FF2E498}" destId="{4D0E093C-F7AC-4723-9528-11220FEB8D24}" srcOrd="3" destOrd="0" presId="urn:microsoft.com/office/officeart/2008/layout/LinedList"/>
    <dgm:cxn modelId="{E39A6641-D978-4C0F-A88C-56136C73F75A}" type="presParOf" srcId="{4D0E093C-F7AC-4723-9528-11220FEB8D24}" destId="{CD346714-2F0F-4F29-9972-7E807C839725}" srcOrd="0" destOrd="0" presId="urn:microsoft.com/office/officeart/2008/layout/LinedList"/>
    <dgm:cxn modelId="{04472E51-B8C6-4FA3-BF3D-0913D755746F}" type="presParOf" srcId="{4D0E093C-F7AC-4723-9528-11220FEB8D24}" destId="{DD28E756-39CB-45B4-884A-F2E39E7DC0DC}" srcOrd="1" destOrd="0" presId="urn:microsoft.com/office/officeart/2008/layout/LinedList"/>
    <dgm:cxn modelId="{A88CE42A-70A2-4045-8715-F0C5D5DC4CDF}" type="presParOf" srcId="{FD457734-1F8B-49B6-B85D-C72C9FF2E498}" destId="{9E0A5511-C0C8-4887-87C3-15929CAEA972}" srcOrd="4" destOrd="0" presId="urn:microsoft.com/office/officeart/2008/layout/LinedList"/>
    <dgm:cxn modelId="{9E9FBF46-2A05-4E57-89B5-57313181D6F5}" type="presParOf" srcId="{FD457734-1F8B-49B6-B85D-C72C9FF2E498}" destId="{69ECD08E-DD04-4879-9610-C8134CEDE95B}" srcOrd="5" destOrd="0" presId="urn:microsoft.com/office/officeart/2008/layout/LinedList"/>
    <dgm:cxn modelId="{F556042F-FE71-4801-B642-AD813AC1D7C2}" type="presParOf" srcId="{69ECD08E-DD04-4879-9610-C8134CEDE95B}" destId="{AB2DB556-79C3-4AB6-A69C-D16F304C270C}" srcOrd="0" destOrd="0" presId="urn:microsoft.com/office/officeart/2008/layout/LinedList"/>
    <dgm:cxn modelId="{C1DCBCB7-E2A0-498C-B554-855BC698920E}" type="presParOf" srcId="{69ECD08E-DD04-4879-9610-C8134CEDE95B}" destId="{3D747E83-601D-463F-A604-65566580F3F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8E85B2-EBF1-4AF7-BBA8-1EB10FA9471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C3E53A0-FDD5-4952-81F6-78D1FA3DFFC8}">
      <dgm:prSet/>
      <dgm:spPr/>
      <dgm:t>
        <a:bodyPr/>
        <a:lstStyle/>
        <a:p>
          <a:r>
            <a:rPr lang="en-US" b="0" i="0"/>
            <a:t>Intelligence protects society.</a:t>
          </a:r>
          <a:endParaRPr lang="en-US"/>
        </a:p>
      </dgm:t>
    </dgm:pt>
    <dgm:pt modelId="{031CB2C1-CE54-4DA3-B334-0834264B7BE4}" type="parTrans" cxnId="{9DA93F90-3C6C-45D9-90A2-BBCC41F15F6F}">
      <dgm:prSet/>
      <dgm:spPr/>
      <dgm:t>
        <a:bodyPr/>
        <a:lstStyle/>
        <a:p>
          <a:endParaRPr lang="en-US"/>
        </a:p>
      </dgm:t>
    </dgm:pt>
    <dgm:pt modelId="{01E499CF-7128-4DB2-927F-27EA5C978652}" type="sibTrans" cxnId="{9DA93F90-3C6C-45D9-90A2-BBCC41F15F6F}">
      <dgm:prSet/>
      <dgm:spPr/>
      <dgm:t>
        <a:bodyPr/>
        <a:lstStyle/>
        <a:p>
          <a:endParaRPr lang="en-US"/>
        </a:p>
      </dgm:t>
    </dgm:pt>
    <dgm:pt modelId="{DCAE5E52-8BF5-4BA7-8F70-3985B32D0478}">
      <dgm:prSet/>
      <dgm:spPr/>
      <dgm:t>
        <a:bodyPr/>
        <a:lstStyle/>
        <a:p>
          <a:r>
            <a:rPr lang="en-US" b="0" i="0" dirty="0"/>
            <a:t>Civil rights protect individuals.</a:t>
          </a:r>
          <a:endParaRPr lang="en-US" dirty="0"/>
        </a:p>
      </dgm:t>
    </dgm:pt>
    <dgm:pt modelId="{490BE29F-1B99-478E-B9FE-F7213B8C5420}" type="parTrans" cxnId="{E1524946-97DC-4BB3-B2FF-CD8D51B7710B}">
      <dgm:prSet/>
      <dgm:spPr/>
      <dgm:t>
        <a:bodyPr/>
        <a:lstStyle/>
        <a:p>
          <a:endParaRPr lang="en-US"/>
        </a:p>
      </dgm:t>
    </dgm:pt>
    <dgm:pt modelId="{11DB11C6-13AA-47BC-8A2B-B246128CBAD2}" type="sibTrans" cxnId="{E1524946-97DC-4BB3-B2FF-CD8D51B7710B}">
      <dgm:prSet/>
      <dgm:spPr/>
      <dgm:t>
        <a:bodyPr/>
        <a:lstStyle/>
        <a:p>
          <a:endParaRPr lang="en-US"/>
        </a:p>
      </dgm:t>
    </dgm:pt>
    <dgm:pt modelId="{AB066843-FD72-4F48-A95E-4D26C6AE5014}">
      <dgm:prSet/>
      <dgm:spPr/>
      <dgm:t>
        <a:bodyPr/>
        <a:lstStyle/>
        <a:p>
          <a:r>
            <a:rPr lang="en-US" b="0" i="0"/>
            <a:t>Balance is crucial to democracy.</a:t>
          </a:r>
          <a:endParaRPr lang="en-US"/>
        </a:p>
      </dgm:t>
    </dgm:pt>
    <dgm:pt modelId="{A66B6C98-016A-445E-B7DC-E91CF52F590D}" type="parTrans" cxnId="{7D8D1BB9-174D-4CD3-8D6D-51981C90271B}">
      <dgm:prSet/>
      <dgm:spPr/>
      <dgm:t>
        <a:bodyPr/>
        <a:lstStyle/>
        <a:p>
          <a:endParaRPr lang="en-US"/>
        </a:p>
      </dgm:t>
    </dgm:pt>
    <dgm:pt modelId="{9F932B73-3288-4E17-9315-67B84E7E9DBC}" type="sibTrans" cxnId="{7D8D1BB9-174D-4CD3-8D6D-51981C90271B}">
      <dgm:prSet/>
      <dgm:spPr/>
      <dgm:t>
        <a:bodyPr/>
        <a:lstStyle/>
        <a:p>
          <a:endParaRPr lang="en-US"/>
        </a:p>
      </dgm:t>
    </dgm:pt>
    <dgm:pt modelId="{5000A8F0-B124-4BB0-9AA0-11E731A9183E}" type="pres">
      <dgm:prSet presAssocID="{318E85B2-EBF1-4AF7-BBA8-1EB10FA9471B}" presName="root" presStyleCnt="0">
        <dgm:presLayoutVars>
          <dgm:dir/>
          <dgm:resizeHandles val="exact"/>
        </dgm:presLayoutVars>
      </dgm:prSet>
      <dgm:spPr/>
    </dgm:pt>
    <dgm:pt modelId="{6CC2EE9B-BAD1-4254-B151-7DD99167703C}" type="pres">
      <dgm:prSet presAssocID="{DC3E53A0-FDD5-4952-81F6-78D1FA3DFFC8}" presName="compNode" presStyleCnt="0"/>
      <dgm:spPr/>
    </dgm:pt>
    <dgm:pt modelId="{71506339-42C0-486F-9037-675193F0A1BD}" type="pres">
      <dgm:prSet presAssocID="{DC3E53A0-FDD5-4952-81F6-78D1FA3DFFC8}" presName="iconRect" presStyleLbl="node1" presStyleIdx="0" presStyleCnt="3" custLinFactX="225605" custLinFactNeighborX="300000" custLinFactNeighborY="693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A9256846-E16D-4297-862F-5CABFBF68E01}" type="pres">
      <dgm:prSet presAssocID="{DC3E53A0-FDD5-4952-81F6-78D1FA3DFFC8}" presName="spaceRect" presStyleCnt="0"/>
      <dgm:spPr/>
    </dgm:pt>
    <dgm:pt modelId="{E60C05E7-8931-4910-BFD3-67FC4A083444}" type="pres">
      <dgm:prSet presAssocID="{DC3E53A0-FDD5-4952-81F6-78D1FA3DFFC8}" presName="textRect" presStyleLbl="revTx" presStyleIdx="0" presStyleCnt="3">
        <dgm:presLayoutVars>
          <dgm:chMax val="1"/>
          <dgm:chPref val="1"/>
        </dgm:presLayoutVars>
      </dgm:prSet>
      <dgm:spPr/>
    </dgm:pt>
    <dgm:pt modelId="{7D582C46-E381-40D9-8761-B1EE24CEDE2C}" type="pres">
      <dgm:prSet presAssocID="{01E499CF-7128-4DB2-927F-27EA5C978652}" presName="sibTrans" presStyleCnt="0"/>
      <dgm:spPr/>
    </dgm:pt>
    <dgm:pt modelId="{1824107B-CEEC-4FE8-A253-A297DDE92756}" type="pres">
      <dgm:prSet presAssocID="{DCAE5E52-8BF5-4BA7-8F70-3985B32D0478}" presName="compNode" presStyleCnt="0"/>
      <dgm:spPr/>
    </dgm:pt>
    <dgm:pt modelId="{B9A1CD6A-8AF5-43E0-A6F8-60AFD8F98959}" type="pres">
      <dgm:prSet presAssocID="{DCAE5E52-8BF5-4BA7-8F70-3985B32D0478}" presName="iconRect" presStyleLbl="node1" presStyleIdx="1" presStyleCnt="3" custLinFactNeighborX="-7120" custLinFactNeighborY="-41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vel"/>
        </a:ext>
      </dgm:extLst>
    </dgm:pt>
    <dgm:pt modelId="{B965F05A-61B8-4347-AC3A-68242948A5FA}" type="pres">
      <dgm:prSet presAssocID="{DCAE5E52-8BF5-4BA7-8F70-3985B32D0478}" presName="spaceRect" presStyleCnt="0"/>
      <dgm:spPr/>
    </dgm:pt>
    <dgm:pt modelId="{F536F05F-9DD7-4818-802B-62869F0EEB3F}" type="pres">
      <dgm:prSet presAssocID="{DCAE5E52-8BF5-4BA7-8F70-3985B32D0478}" presName="textRect" presStyleLbl="revTx" presStyleIdx="1" presStyleCnt="3" custLinFactNeighborX="-19" custLinFactNeighborY="5708">
        <dgm:presLayoutVars>
          <dgm:chMax val="1"/>
          <dgm:chPref val="1"/>
        </dgm:presLayoutVars>
      </dgm:prSet>
      <dgm:spPr/>
    </dgm:pt>
    <dgm:pt modelId="{1E9E9605-B7E0-4C99-A9CC-A50BC713F91E}" type="pres">
      <dgm:prSet presAssocID="{11DB11C6-13AA-47BC-8A2B-B246128CBAD2}" presName="sibTrans" presStyleCnt="0"/>
      <dgm:spPr/>
    </dgm:pt>
    <dgm:pt modelId="{32902FF8-896A-498D-ACC8-990982A2654F}" type="pres">
      <dgm:prSet presAssocID="{AB066843-FD72-4F48-A95E-4D26C6AE5014}" presName="compNode" presStyleCnt="0"/>
      <dgm:spPr/>
    </dgm:pt>
    <dgm:pt modelId="{278A558A-EEE4-4976-941F-10A1B37E2432}" type="pres">
      <dgm:prSet presAssocID="{AB066843-FD72-4F48-A95E-4D26C6AE5014}" presName="iconRect" presStyleLbl="node1" presStyleIdx="2" presStyleCnt="3" custLinFactX="-224756" custLinFactNeighborX="-300000" custLinFactNeighborY="666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udge"/>
        </a:ext>
      </dgm:extLst>
    </dgm:pt>
    <dgm:pt modelId="{9D1D0E50-DD81-4B1D-BD8B-E71B3A8065B9}" type="pres">
      <dgm:prSet presAssocID="{AB066843-FD72-4F48-A95E-4D26C6AE5014}" presName="spaceRect" presStyleCnt="0"/>
      <dgm:spPr/>
    </dgm:pt>
    <dgm:pt modelId="{1C543322-A947-4E26-BD0E-D1F7E97AD726}" type="pres">
      <dgm:prSet presAssocID="{AB066843-FD72-4F48-A95E-4D26C6AE5014}" presName="textRect" presStyleLbl="revTx" presStyleIdx="2" presStyleCnt="3">
        <dgm:presLayoutVars>
          <dgm:chMax val="1"/>
          <dgm:chPref val="1"/>
        </dgm:presLayoutVars>
      </dgm:prSet>
      <dgm:spPr/>
    </dgm:pt>
  </dgm:ptLst>
  <dgm:cxnLst>
    <dgm:cxn modelId="{E1524946-97DC-4BB3-B2FF-CD8D51B7710B}" srcId="{318E85B2-EBF1-4AF7-BBA8-1EB10FA9471B}" destId="{DCAE5E52-8BF5-4BA7-8F70-3985B32D0478}" srcOrd="1" destOrd="0" parTransId="{490BE29F-1B99-478E-B9FE-F7213B8C5420}" sibTransId="{11DB11C6-13AA-47BC-8A2B-B246128CBAD2}"/>
    <dgm:cxn modelId="{9DA93F90-3C6C-45D9-90A2-BBCC41F15F6F}" srcId="{318E85B2-EBF1-4AF7-BBA8-1EB10FA9471B}" destId="{DC3E53A0-FDD5-4952-81F6-78D1FA3DFFC8}" srcOrd="0" destOrd="0" parTransId="{031CB2C1-CE54-4DA3-B334-0834264B7BE4}" sibTransId="{01E499CF-7128-4DB2-927F-27EA5C978652}"/>
    <dgm:cxn modelId="{7D8D1BB9-174D-4CD3-8D6D-51981C90271B}" srcId="{318E85B2-EBF1-4AF7-BBA8-1EB10FA9471B}" destId="{AB066843-FD72-4F48-A95E-4D26C6AE5014}" srcOrd="2" destOrd="0" parTransId="{A66B6C98-016A-445E-B7DC-E91CF52F590D}" sibTransId="{9F932B73-3288-4E17-9315-67B84E7E9DBC}"/>
    <dgm:cxn modelId="{E622C8D2-AE66-469D-9A9B-D57394D0F46B}" type="presOf" srcId="{AB066843-FD72-4F48-A95E-4D26C6AE5014}" destId="{1C543322-A947-4E26-BD0E-D1F7E97AD726}" srcOrd="0" destOrd="0" presId="urn:microsoft.com/office/officeart/2018/2/layout/IconLabelList"/>
    <dgm:cxn modelId="{B5E064E9-88DF-4081-AFDB-0261415122F9}" type="presOf" srcId="{DC3E53A0-FDD5-4952-81F6-78D1FA3DFFC8}" destId="{E60C05E7-8931-4910-BFD3-67FC4A083444}" srcOrd="0" destOrd="0" presId="urn:microsoft.com/office/officeart/2018/2/layout/IconLabelList"/>
    <dgm:cxn modelId="{9B42EDE9-690D-4734-9FE9-33AD9B1A70A8}" type="presOf" srcId="{DCAE5E52-8BF5-4BA7-8F70-3985B32D0478}" destId="{F536F05F-9DD7-4818-802B-62869F0EEB3F}" srcOrd="0" destOrd="0" presId="urn:microsoft.com/office/officeart/2018/2/layout/IconLabelList"/>
    <dgm:cxn modelId="{C82B9BF7-632B-4E16-966D-345D9E596A4A}" type="presOf" srcId="{318E85B2-EBF1-4AF7-BBA8-1EB10FA9471B}" destId="{5000A8F0-B124-4BB0-9AA0-11E731A9183E}" srcOrd="0" destOrd="0" presId="urn:microsoft.com/office/officeart/2018/2/layout/IconLabelList"/>
    <dgm:cxn modelId="{59C24233-8CE8-41AC-9E32-036670D31577}" type="presParOf" srcId="{5000A8F0-B124-4BB0-9AA0-11E731A9183E}" destId="{6CC2EE9B-BAD1-4254-B151-7DD99167703C}" srcOrd="0" destOrd="0" presId="urn:microsoft.com/office/officeart/2018/2/layout/IconLabelList"/>
    <dgm:cxn modelId="{1415F53D-9BA5-49BF-B390-357361BA6FE4}" type="presParOf" srcId="{6CC2EE9B-BAD1-4254-B151-7DD99167703C}" destId="{71506339-42C0-486F-9037-675193F0A1BD}" srcOrd="0" destOrd="0" presId="urn:microsoft.com/office/officeart/2018/2/layout/IconLabelList"/>
    <dgm:cxn modelId="{52DE7273-9DDB-45CD-9C29-95F54FF8CAEF}" type="presParOf" srcId="{6CC2EE9B-BAD1-4254-B151-7DD99167703C}" destId="{A9256846-E16D-4297-862F-5CABFBF68E01}" srcOrd="1" destOrd="0" presId="urn:microsoft.com/office/officeart/2018/2/layout/IconLabelList"/>
    <dgm:cxn modelId="{EACFF9A8-AA12-4339-8BCA-B9BF4F3BD527}" type="presParOf" srcId="{6CC2EE9B-BAD1-4254-B151-7DD99167703C}" destId="{E60C05E7-8931-4910-BFD3-67FC4A083444}" srcOrd="2" destOrd="0" presId="urn:microsoft.com/office/officeart/2018/2/layout/IconLabelList"/>
    <dgm:cxn modelId="{6B8B8260-45BC-4431-AE01-F58D461C8CC4}" type="presParOf" srcId="{5000A8F0-B124-4BB0-9AA0-11E731A9183E}" destId="{7D582C46-E381-40D9-8761-B1EE24CEDE2C}" srcOrd="1" destOrd="0" presId="urn:microsoft.com/office/officeart/2018/2/layout/IconLabelList"/>
    <dgm:cxn modelId="{C16865BE-1A9C-4782-95DF-21B65BFFC725}" type="presParOf" srcId="{5000A8F0-B124-4BB0-9AA0-11E731A9183E}" destId="{1824107B-CEEC-4FE8-A253-A297DDE92756}" srcOrd="2" destOrd="0" presId="urn:microsoft.com/office/officeart/2018/2/layout/IconLabelList"/>
    <dgm:cxn modelId="{F6133B2C-BCAF-48E6-84C7-813371CB1C5E}" type="presParOf" srcId="{1824107B-CEEC-4FE8-A253-A297DDE92756}" destId="{B9A1CD6A-8AF5-43E0-A6F8-60AFD8F98959}" srcOrd="0" destOrd="0" presId="urn:microsoft.com/office/officeart/2018/2/layout/IconLabelList"/>
    <dgm:cxn modelId="{91C21274-8EAC-409B-B52C-57FC7D744385}" type="presParOf" srcId="{1824107B-CEEC-4FE8-A253-A297DDE92756}" destId="{B965F05A-61B8-4347-AC3A-68242948A5FA}" srcOrd="1" destOrd="0" presId="urn:microsoft.com/office/officeart/2018/2/layout/IconLabelList"/>
    <dgm:cxn modelId="{1CF6F627-5D50-4D9D-87B3-C7D54C34EABC}" type="presParOf" srcId="{1824107B-CEEC-4FE8-A253-A297DDE92756}" destId="{F536F05F-9DD7-4818-802B-62869F0EEB3F}" srcOrd="2" destOrd="0" presId="urn:microsoft.com/office/officeart/2018/2/layout/IconLabelList"/>
    <dgm:cxn modelId="{958DE2BF-C0C0-4711-8BD5-D8AC8A9D2A73}" type="presParOf" srcId="{5000A8F0-B124-4BB0-9AA0-11E731A9183E}" destId="{1E9E9605-B7E0-4C99-A9CC-A50BC713F91E}" srcOrd="3" destOrd="0" presId="urn:microsoft.com/office/officeart/2018/2/layout/IconLabelList"/>
    <dgm:cxn modelId="{BE8C452C-9108-4782-8DD5-534C3D3EB670}" type="presParOf" srcId="{5000A8F0-B124-4BB0-9AA0-11E731A9183E}" destId="{32902FF8-896A-498D-ACC8-990982A2654F}" srcOrd="4" destOrd="0" presId="urn:microsoft.com/office/officeart/2018/2/layout/IconLabelList"/>
    <dgm:cxn modelId="{FF4AD447-7BD1-439B-AABA-D4A29CFEAFC6}" type="presParOf" srcId="{32902FF8-896A-498D-ACC8-990982A2654F}" destId="{278A558A-EEE4-4976-941F-10A1B37E2432}" srcOrd="0" destOrd="0" presId="urn:microsoft.com/office/officeart/2018/2/layout/IconLabelList"/>
    <dgm:cxn modelId="{17B47195-7200-403F-A360-C53E2590B4F5}" type="presParOf" srcId="{32902FF8-896A-498D-ACC8-990982A2654F}" destId="{9D1D0E50-DD81-4B1D-BD8B-E71B3A8065B9}" srcOrd="1" destOrd="0" presId="urn:microsoft.com/office/officeart/2018/2/layout/IconLabelList"/>
    <dgm:cxn modelId="{F472711A-DF3B-4C78-878E-79F5F0A32F66}" type="presParOf" srcId="{32902FF8-896A-498D-ACC8-990982A2654F}" destId="{1C543322-A947-4E26-BD0E-D1F7E97AD72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552BD7-D1FD-4214-907D-8E534BD4F8F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68D932B-7A38-41C9-8002-62C2F9367CE7}">
      <dgm:prSet/>
      <dgm:spPr/>
      <dgm:t>
        <a:bodyPr/>
        <a:lstStyle/>
        <a:p>
          <a:pPr>
            <a:lnSpc>
              <a:spcPct val="100000"/>
            </a:lnSpc>
          </a:pPr>
          <a:r>
            <a:rPr lang="en-US" b="0" i="0"/>
            <a:t>Intelligence</a:t>
          </a:r>
          <a:endParaRPr lang="en-US"/>
        </a:p>
      </dgm:t>
    </dgm:pt>
    <dgm:pt modelId="{57789995-804B-4EBE-B3A1-A69F6C49C8BC}" type="parTrans" cxnId="{97E31058-D922-46A2-A1C2-FE19C65EBE7E}">
      <dgm:prSet/>
      <dgm:spPr/>
      <dgm:t>
        <a:bodyPr/>
        <a:lstStyle/>
        <a:p>
          <a:endParaRPr lang="en-US"/>
        </a:p>
      </dgm:t>
    </dgm:pt>
    <dgm:pt modelId="{9BF34D7A-021C-43E9-8309-0AEC6C1231CA}" type="sibTrans" cxnId="{97E31058-D922-46A2-A1C2-FE19C65EBE7E}">
      <dgm:prSet/>
      <dgm:spPr/>
      <dgm:t>
        <a:bodyPr/>
        <a:lstStyle/>
        <a:p>
          <a:endParaRPr lang="en-US"/>
        </a:p>
      </dgm:t>
    </dgm:pt>
    <dgm:pt modelId="{457467EE-7033-410C-9EA5-4172665B19BC}">
      <dgm:prSet/>
      <dgm:spPr/>
      <dgm:t>
        <a:bodyPr/>
        <a:lstStyle/>
        <a:p>
          <a:pPr>
            <a:lnSpc>
              <a:spcPct val="100000"/>
            </a:lnSpc>
          </a:pPr>
          <a:r>
            <a:rPr lang="en-US" b="0" i="0"/>
            <a:t>Privacy</a:t>
          </a:r>
          <a:endParaRPr lang="en-US"/>
        </a:p>
      </dgm:t>
    </dgm:pt>
    <dgm:pt modelId="{37A34865-114C-4383-AEA6-12B8678E6D01}" type="parTrans" cxnId="{837DFB17-B763-42C1-828C-8A91BBCE513A}">
      <dgm:prSet/>
      <dgm:spPr/>
      <dgm:t>
        <a:bodyPr/>
        <a:lstStyle/>
        <a:p>
          <a:endParaRPr lang="en-US"/>
        </a:p>
      </dgm:t>
    </dgm:pt>
    <dgm:pt modelId="{B865D33E-F9B0-45A6-94C5-0D3F9E6A2BF9}" type="sibTrans" cxnId="{837DFB17-B763-42C1-828C-8A91BBCE513A}">
      <dgm:prSet/>
      <dgm:spPr/>
      <dgm:t>
        <a:bodyPr/>
        <a:lstStyle/>
        <a:p>
          <a:endParaRPr lang="en-US"/>
        </a:p>
      </dgm:t>
    </dgm:pt>
    <dgm:pt modelId="{20BDEB4C-11F4-4659-BC6D-174C3BA5BC54}">
      <dgm:prSet/>
      <dgm:spPr/>
      <dgm:t>
        <a:bodyPr/>
        <a:lstStyle/>
        <a:p>
          <a:pPr>
            <a:lnSpc>
              <a:spcPct val="100000"/>
            </a:lnSpc>
          </a:pPr>
          <a:r>
            <a:rPr lang="en-US" b="0" i="0"/>
            <a:t>Civil Rights vs. Civil Liberties</a:t>
          </a:r>
          <a:endParaRPr lang="en-US"/>
        </a:p>
      </dgm:t>
    </dgm:pt>
    <dgm:pt modelId="{0FD6365A-B434-40F0-849A-DC3BCD8F9F3A}" type="parTrans" cxnId="{909F006C-E9B3-46B4-AAC1-F94A215B9BF9}">
      <dgm:prSet/>
      <dgm:spPr/>
      <dgm:t>
        <a:bodyPr/>
        <a:lstStyle/>
        <a:p>
          <a:endParaRPr lang="en-US"/>
        </a:p>
      </dgm:t>
    </dgm:pt>
    <dgm:pt modelId="{4C51A803-1D18-4727-967F-45B263DA1068}" type="sibTrans" cxnId="{909F006C-E9B3-46B4-AAC1-F94A215B9BF9}">
      <dgm:prSet/>
      <dgm:spPr/>
      <dgm:t>
        <a:bodyPr/>
        <a:lstStyle/>
        <a:p>
          <a:endParaRPr lang="en-US"/>
        </a:p>
      </dgm:t>
    </dgm:pt>
    <dgm:pt modelId="{4886F687-B14A-4766-B934-0CF672DD9780}" type="pres">
      <dgm:prSet presAssocID="{57552BD7-D1FD-4214-907D-8E534BD4F8F6}" presName="root" presStyleCnt="0">
        <dgm:presLayoutVars>
          <dgm:dir/>
          <dgm:resizeHandles val="exact"/>
        </dgm:presLayoutVars>
      </dgm:prSet>
      <dgm:spPr/>
    </dgm:pt>
    <dgm:pt modelId="{2B54F3F1-43A7-4972-9011-229D689BEC53}" type="pres">
      <dgm:prSet presAssocID="{C68D932B-7A38-41C9-8002-62C2F9367CE7}" presName="compNode" presStyleCnt="0"/>
      <dgm:spPr/>
    </dgm:pt>
    <dgm:pt modelId="{729FA4ED-F119-4D04-AE44-F9F27BAF4D4A}" type="pres">
      <dgm:prSet presAssocID="{C68D932B-7A38-41C9-8002-62C2F9367CE7}" presName="bgRect" presStyleLbl="bgShp" presStyleIdx="0" presStyleCnt="3"/>
      <dgm:spPr/>
    </dgm:pt>
    <dgm:pt modelId="{4267E6A4-A3D1-4954-959B-6FF331D43531}" type="pres">
      <dgm:prSet presAssocID="{C68D932B-7A38-41C9-8002-62C2F9367CE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a:ext>
      </dgm:extLst>
    </dgm:pt>
    <dgm:pt modelId="{27381A81-1415-42C0-9627-D5D9DD7E8314}" type="pres">
      <dgm:prSet presAssocID="{C68D932B-7A38-41C9-8002-62C2F9367CE7}" presName="spaceRect" presStyleCnt="0"/>
      <dgm:spPr/>
    </dgm:pt>
    <dgm:pt modelId="{4F6A6C6D-9DD1-4886-99D4-01A4D6299635}" type="pres">
      <dgm:prSet presAssocID="{C68D932B-7A38-41C9-8002-62C2F9367CE7}" presName="parTx" presStyleLbl="revTx" presStyleIdx="0" presStyleCnt="3">
        <dgm:presLayoutVars>
          <dgm:chMax val="0"/>
          <dgm:chPref val="0"/>
        </dgm:presLayoutVars>
      </dgm:prSet>
      <dgm:spPr/>
    </dgm:pt>
    <dgm:pt modelId="{C8E8A08E-5C54-4C92-ACE5-6E545EB0A7B6}" type="pres">
      <dgm:prSet presAssocID="{9BF34D7A-021C-43E9-8309-0AEC6C1231CA}" presName="sibTrans" presStyleCnt="0"/>
      <dgm:spPr/>
    </dgm:pt>
    <dgm:pt modelId="{8C5E70E2-6F1D-4E99-B723-05D41870D0BE}" type="pres">
      <dgm:prSet presAssocID="{457467EE-7033-410C-9EA5-4172665B19BC}" presName="compNode" presStyleCnt="0"/>
      <dgm:spPr/>
    </dgm:pt>
    <dgm:pt modelId="{77D2453C-6F58-4B16-B4D7-23E1763A6B28}" type="pres">
      <dgm:prSet presAssocID="{457467EE-7033-410C-9EA5-4172665B19BC}" presName="bgRect" presStyleLbl="bgShp" presStyleIdx="1" presStyleCnt="3"/>
      <dgm:spPr/>
    </dgm:pt>
    <dgm:pt modelId="{CFEEDC09-EFE0-47C1-8F2E-2592F21E2CA4}" type="pres">
      <dgm:prSet presAssocID="{457467EE-7033-410C-9EA5-4172665B19B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curity Camera Sign"/>
        </a:ext>
      </dgm:extLst>
    </dgm:pt>
    <dgm:pt modelId="{0AD55B85-FEE3-4258-8AD2-584EBF5320C9}" type="pres">
      <dgm:prSet presAssocID="{457467EE-7033-410C-9EA5-4172665B19BC}" presName="spaceRect" presStyleCnt="0"/>
      <dgm:spPr/>
    </dgm:pt>
    <dgm:pt modelId="{22B97B69-5856-45E2-8106-A895B5ED2ED3}" type="pres">
      <dgm:prSet presAssocID="{457467EE-7033-410C-9EA5-4172665B19BC}" presName="parTx" presStyleLbl="revTx" presStyleIdx="1" presStyleCnt="3">
        <dgm:presLayoutVars>
          <dgm:chMax val="0"/>
          <dgm:chPref val="0"/>
        </dgm:presLayoutVars>
      </dgm:prSet>
      <dgm:spPr/>
    </dgm:pt>
    <dgm:pt modelId="{0DD6F0A0-9A59-4F58-B4D8-050A6595A4C5}" type="pres">
      <dgm:prSet presAssocID="{B865D33E-F9B0-45A6-94C5-0D3F9E6A2BF9}" presName="sibTrans" presStyleCnt="0"/>
      <dgm:spPr/>
    </dgm:pt>
    <dgm:pt modelId="{23AC6C6E-4638-4C5A-AC72-A498916857FC}" type="pres">
      <dgm:prSet presAssocID="{20BDEB4C-11F4-4659-BC6D-174C3BA5BC54}" presName="compNode" presStyleCnt="0"/>
      <dgm:spPr/>
    </dgm:pt>
    <dgm:pt modelId="{CE11B106-985F-4301-B4B8-E14D31183206}" type="pres">
      <dgm:prSet presAssocID="{20BDEB4C-11F4-4659-BC6D-174C3BA5BC54}" presName="bgRect" presStyleLbl="bgShp" presStyleIdx="2" presStyleCnt="3"/>
      <dgm:spPr/>
    </dgm:pt>
    <dgm:pt modelId="{CF1AD46B-6447-4723-A454-A62098DA8FBA}" type="pres">
      <dgm:prSet presAssocID="{20BDEB4C-11F4-4659-BC6D-174C3BA5BC5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ales of Justice"/>
        </a:ext>
      </dgm:extLst>
    </dgm:pt>
    <dgm:pt modelId="{CB9AA5C1-2742-45F7-ACBE-03D12A469E8D}" type="pres">
      <dgm:prSet presAssocID="{20BDEB4C-11F4-4659-BC6D-174C3BA5BC54}" presName="spaceRect" presStyleCnt="0"/>
      <dgm:spPr/>
    </dgm:pt>
    <dgm:pt modelId="{72340804-77BA-4177-8339-552F7B67C401}" type="pres">
      <dgm:prSet presAssocID="{20BDEB4C-11F4-4659-BC6D-174C3BA5BC54}" presName="parTx" presStyleLbl="revTx" presStyleIdx="2" presStyleCnt="3">
        <dgm:presLayoutVars>
          <dgm:chMax val="0"/>
          <dgm:chPref val="0"/>
        </dgm:presLayoutVars>
      </dgm:prSet>
      <dgm:spPr/>
    </dgm:pt>
  </dgm:ptLst>
  <dgm:cxnLst>
    <dgm:cxn modelId="{837DFB17-B763-42C1-828C-8A91BBCE513A}" srcId="{57552BD7-D1FD-4214-907D-8E534BD4F8F6}" destId="{457467EE-7033-410C-9EA5-4172665B19BC}" srcOrd="1" destOrd="0" parTransId="{37A34865-114C-4383-AEA6-12B8678E6D01}" sibTransId="{B865D33E-F9B0-45A6-94C5-0D3F9E6A2BF9}"/>
    <dgm:cxn modelId="{AF6A8D1E-25CD-44A6-96C2-116304DE5EFE}" type="presOf" srcId="{457467EE-7033-410C-9EA5-4172665B19BC}" destId="{22B97B69-5856-45E2-8106-A895B5ED2ED3}" srcOrd="0" destOrd="0" presId="urn:microsoft.com/office/officeart/2018/2/layout/IconVerticalSolidList"/>
    <dgm:cxn modelId="{909F006C-E9B3-46B4-AAC1-F94A215B9BF9}" srcId="{57552BD7-D1FD-4214-907D-8E534BD4F8F6}" destId="{20BDEB4C-11F4-4659-BC6D-174C3BA5BC54}" srcOrd="2" destOrd="0" parTransId="{0FD6365A-B434-40F0-849A-DC3BCD8F9F3A}" sibTransId="{4C51A803-1D18-4727-967F-45B263DA1068}"/>
    <dgm:cxn modelId="{97E31058-D922-46A2-A1C2-FE19C65EBE7E}" srcId="{57552BD7-D1FD-4214-907D-8E534BD4F8F6}" destId="{C68D932B-7A38-41C9-8002-62C2F9367CE7}" srcOrd="0" destOrd="0" parTransId="{57789995-804B-4EBE-B3A1-A69F6C49C8BC}" sibTransId="{9BF34D7A-021C-43E9-8309-0AEC6C1231CA}"/>
    <dgm:cxn modelId="{75024991-1DDD-428A-869D-DA836912C157}" type="presOf" srcId="{57552BD7-D1FD-4214-907D-8E534BD4F8F6}" destId="{4886F687-B14A-4766-B934-0CF672DD9780}" srcOrd="0" destOrd="0" presId="urn:microsoft.com/office/officeart/2018/2/layout/IconVerticalSolidList"/>
    <dgm:cxn modelId="{0F62C5B8-DBAA-4CBD-A37A-609D09ED29D4}" type="presOf" srcId="{C68D932B-7A38-41C9-8002-62C2F9367CE7}" destId="{4F6A6C6D-9DD1-4886-99D4-01A4D6299635}" srcOrd="0" destOrd="0" presId="urn:microsoft.com/office/officeart/2018/2/layout/IconVerticalSolidList"/>
    <dgm:cxn modelId="{047F24E7-7CED-4864-AB41-5BA3356C1151}" type="presOf" srcId="{20BDEB4C-11F4-4659-BC6D-174C3BA5BC54}" destId="{72340804-77BA-4177-8339-552F7B67C401}" srcOrd="0" destOrd="0" presId="urn:microsoft.com/office/officeart/2018/2/layout/IconVerticalSolidList"/>
    <dgm:cxn modelId="{D123D8C5-D74F-4A50-A3F6-A0EC6C9B6ED9}" type="presParOf" srcId="{4886F687-B14A-4766-B934-0CF672DD9780}" destId="{2B54F3F1-43A7-4972-9011-229D689BEC53}" srcOrd="0" destOrd="0" presId="urn:microsoft.com/office/officeart/2018/2/layout/IconVerticalSolidList"/>
    <dgm:cxn modelId="{AB331FFC-4173-4C64-85FC-11C25CA513CF}" type="presParOf" srcId="{2B54F3F1-43A7-4972-9011-229D689BEC53}" destId="{729FA4ED-F119-4D04-AE44-F9F27BAF4D4A}" srcOrd="0" destOrd="0" presId="urn:microsoft.com/office/officeart/2018/2/layout/IconVerticalSolidList"/>
    <dgm:cxn modelId="{9A83A6A9-B04F-4DB8-9004-F4854CF38E28}" type="presParOf" srcId="{2B54F3F1-43A7-4972-9011-229D689BEC53}" destId="{4267E6A4-A3D1-4954-959B-6FF331D43531}" srcOrd="1" destOrd="0" presId="urn:microsoft.com/office/officeart/2018/2/layout/IconVerticalSolidList"/>
    <dgm:cxn modelId="{61C326C1-97E9-4CBB-89EE-EECCB4275428}" type="presParOf" srcId="{2B54F3F1-43A7-4972-9011-229D689BEC53}" destId="{27381A81-1415-42C0-9627-D5D9DD7E8314}" srcOrd="2" destOrd="0" presId="urn:microsoft.com/office/officeart/2018/2/layout/IconVerticalSolidList"/>
    <dgm:cxn modelId="{87E1F9A8-00E4-480E-87E9-5E153B78233F}" type="presParOf" srcId="{2B54F3F1-43A7-4972-9011-229D689BEC53}" destId="{4F6A6C6D-9DD1-4886-99D4-01A4D6299635}" srcOrd="3" destOrd="0" presId="urn:microsoft.com/office/officeart/2018/2/layout/IconVerticalSolidList"/>
    <dgm:cxn modelId="{D7E5B53F-1EF8-4116-BF5F-E7C316E98414}" type="presParOf" srcId="{4886F687-B14A-4766-B934-0CF672DD9780}" destId="{C8E8A08E-5C54-4C92-ACE5-6E545EB0A7B6}" srcOrd="1" destOrd="0" presId="urn:microsoft.com/office/officeart/2018/2/layout/IconVerticalSolidList"/>
    <dgm:cxn modelId="{D7A6F2E6-AD13-4B60-9741-191041493DA8}" type="presParOf" srcId="{4886F687-B14A-4766-B934-0CF672DD9780}" destId="{8C5E70E2-6F1D-4E99-B723-05D41870D0BE}" srcOrd="2" destOrd="0" presId="urn:microsoft.com/office/officeart/2018/2/layout/IconVerticalSolidList"/>
    <dgm:cxn modelId="{3B84390A-5675-4752-9D3C-22D171D2EA44}" type="presParOf" srcId="{8C5E70E2-6F1D-4E99-B723-05D41870D0BE}" destId="{77D2453C-6F58-4B16-B4D7-23E1763A6B28}" srcOrd="0" destOrd="0" presId="urn:microsoft.com/office/officeart/2018/2/layout/IconVerticalSolidList"/>
    <dgm:cxn modelId="{C5D0A967-F337-4FAC-A0F2-238945BFF85F}" type="presParOf" srcId="{8C5E70E2-6F1D-4E99-B723-05D41870D0BE}" destId="{CFEEDC09-EFE0-47C1-8F2E-2592F21E2CA4}" srcOrd="1" destOrd="0" presId="urn:microsoft.com/office/officeart/2018/2/layout/IconVerticalSolidList"/>
    <dgm:cxn modelId="{283DBB7C-225E-450A-B91A-D61991E66110}" type="presParOf" srcId="{8C5E70E2-6F1D-4E99-B723-05D41870D0BE}" destId="{0AD55B85-FEE3-4258-8AD2-584EBF5320C9}" srcOrd="2" destOrd="0" presId="urn:microsoft.com/office/officeart/2018/2/layout/IconVerticalSolidList"/>
    <dgm:cxn modelId="{FAE7E435-D8A0-46BD-BDC4-33BE862B8CD1}" type="presParOf" srcId="{8C5E70E2-6F1D-4E99-B723-05D41870D0BE}" destId="{22B97B69-5856-45E2-8106-A895B5ED2ED3}" srcOrd="3" destOrd="0" presId="urn:microsoft.com/office/officeart/2018/2/layout/IconVerticalSolidList"/>
    <dgm:cxn modelId="{9316EF7D-A0C1-435A-BB54-EE635DF33D80}" type="presParOf" srcId="{4886F687-B14A-4766-B934-0CF672DD9780}" destId="{0DD6F0A0-9A59-4F58-B4D8-050A6595A4C5}" srcOrd="3" destOrd="0" presId="urn:microsoft.com/office/officeart/2018/2/layout/IconVerticalSolidList"/>
    <dgm:cxn modelId="{0F3DD762-1ED8-45A8-81C3-1993FEB7A803}" type="presParOf" srcId="{4886F687-B14A-4766-B934-0CF672DD9780}" destId="{23AC6C6E-4638-4C5A-AC72-A498916857FC}" srcOrd="4" destOrd="0" presId="urn:microsoft.com/office/officeart/2018/2/layout/IconVerticalSolidList"/>
    <dgm:cxn modelId="{66B28D2A-5E4F-4D35-98B5-DF4EA8F17CE1}" type="presParOf" srcId="{23AC6C6E-4638-4C5A-AC72-A498916857FC}" destId="{CE11B106-985F-4301-B4B8-E14D31183206}" srcOrd="0" destOrd="0" presId="urn:microsoft.com/office/officeart/2018/2/layout/IconVerticalSolidList"/>
    <dgm:cxn modelId="{CD90DD56-B801-4FEF-86B4-A7C4F611ECFD}" type="presParOf" srcId="{23AC6C6E-4638-4C5A-AC72-A498916857FC}" destId="{CF1AD46B-6447-4723-A454-A62098DA8FBA}" srcOrd="1" destOrd="0" presId="urn:microsoft.com/office/officeart/2018/2/layout/IconVerticalSolidList"/>
    <dgm:cxn modelId="{F9114CB4-81DA-4B8B-8B32-5D605BED045B}" type="presParOf" srcId="{23AC6C6E-4638-4C5A-AC72-A498916857FC}" destId="{CB9AA5C1-2742-45F7-ACBE-03D12A469E8D}" srcOrd="2" destOrd="0" presId="urn:microsoft.com/office/officeart/2018/2/layout/IconVerticalSolidList"/>
    <dgm:cxn modelId="{E5000622-794E-43A7-B698-F99A48B8BD33}" type="presParOf" srcId="{23AC6C6E-4638-4C5A-AC72-A498916857FC}" destId="{72340804-77BA-4177-8339-552F7B67C4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EE3B19F-27DA-47F8-BEC2-6696E8619FD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ADA17C3-5400-491F-BF2B-C6D9214C846E}">
      <dgm:prSet/>
      <dgm:spPr/>
      <dgm:t>
        <a:bodyPr/>
        <a:lstStyle/>
        <a:p>
          <a:r>
            <a:rPr lang="en-US" b="0" i="0" dirty="0"/>
            <a:t>Information Quality</a:t>
          </a:r>
          <a:endParaRPr lang="en-US" dirty="0"/>
        </a:p>
      </dgm:t>
    </dgm:pt>
    <dgm:pt modelId="{B6D8BA88-01E7-45A8-8729-F567A6CD748A}" type="parTrans" cxnId="{3D1526EE-CAB8-44C4-8A6F-C4B8BF358BD3}">
      <dgm:prSet/>
      <dgm:spPr/>
      <dgm:t>
        <a:bodyPr/>
        <a:lstStyle/>
        <a:p>
          <a:endParaRPr lang="en-US"/>
        </a:p>
      </dgm:t>
    </dgm:pt>
    <dgm:pt modelId="{A93E5236-E846-47B7-9DF9-61C47664203E}" type="sibTrans" cxnId="{3D1526EE-CAB8-44C4-8A6F-C4B8BF358BD3}">
      <dgm:prSet/>
      <dgm:spPr/>
      <dgm:t>
        <a:bodyPr/>
        <a:lstStyle/>
        <a:p>
          <a:endParaRPr lang="en-US"/>
        </a:p>
      </dgm:t>
    </dgm:pt>
    <dgm:pt modelId="{E578248A-1C90-4849-80C8-29E4244CC31E}">
      <dgm:prSet/>
      <dgm:spPr/>
      <dgm:t>
        <a:bodyPr/>
        <a:lstStyle/>
        <a:p>
          <a:r>
            <a:rPr lang="en-US" b="0" i="0" dirty="0"/>
            <a:t>Data Minimization</a:t>
          </a:r>
          <a:endParaRPr lang="en-US" dirty="0"/>
        </a:p>
      </dgm:t>
    </dgm:pt>
    <dgm:pt modelId="{B0606FCC-F59F-4399-B917-6C0BAD6481EE}" type="parTrans" cxnId="{02DD09B1-0192-4C2C-9AD4-98E2A45ADE99}">
      <dgm:prSet/>
      <dgm:spPr/>
      <dgm:t>
        <a:bodyPr/>
        <a:lstStyle/>
        <a:p>
          <a:endParaRPr lang="en-US"/>
        </a:p>
      </dgm:t>
    </dgm:pt>
    <dgm:pt modelId="{E5DB0B67-9E4A-41D7-B7CE-0B2CBE9B3409}" type="sibTrans" cxnId="{02DD09B1-0192-4C2C-9AD4-98E2A45ADE99}">
      <dgm:prSet/>
      <dgm:spPr/>
      <dgm:t>
        <a:bodyPr/>
        <a:lstStyle/>
        <a:p>
          <a:endParaRPr lang="en-US"/>
        </a:p>
      </dgm:t>
    </dgm:pt>
    <dgm:pt modelId="{8BD7B002-807D-47B5-B46A-E9A8BCE0F76A}">
      <dgm:prSet/>
      <dgm:spPr/>
      <dgm:t>
        <a:bodyPr/>
        <a:lstStyle/>
        <a:p>
          <a:r>
            <a:rPr lang="en-US" b="0" i="0" dirty="0"/>
            <a:t>Purpose Specification</a:t>
          </a:r>
          <a:endParaRPr lang="en-US" dirty="0"/>
        </a:p>
      </dgm:t>
    </dgm:pt>
    <dgm:pt modelId="{ED02DA87-8D81-4DB3-82E8-3E768D62DF94}" type="parTrans" cxnId="{B7F4F293-4353-45C4-8D7C-4CEA859A1EF6}">
      <dgm:prSet/>
      <dgm:spPr/>
      <dgm:t>
        <a:bodyPr/>
        <a:lstStyle/>
        <a:p>
          <a:endParaRPr lang="en-US"/>
        </a:p>
      </dgm:t>
    </dgm:pt>
    <dgm:pt modelId="{0350B6FC-6C9E-430D-A686-C9B2442F6389}" type="sibTrans" cxnId="{B7F4F293-4353-45C4-8D7C-4CEA859A1EF6}">
      <dgm:prSet/>
      <dgm:spPr/>
      <dgm:t>
        <a:bodyPr/>
        <a:lstStyle/>
        <a:p>
          <a:endParaRPr lang="en-US"/>
        </a:p>
      </dgm:t>
    </dgm:pt>
    <dgm:pt modelId="{0CDC7694-B418-4F0E-A9A4-30B299B237C0}">
      <dgm:prSet/>
      <dgm:spPr/>
      <dgm:t>
        <a:bodyPr/>
        <a:lstStyle/>
        <a:p>
          <a:r>
            <a:rPr lang="en-US" b="0" i="0" dirty="0"/>
            <a:t>Security Safeguards</a:t>
          </a:r>
          <a:endParaRPr lang="en-US" dirty="0"/>
        </a:p>
      </dgm:t>
    </dgm:pt>
    <dgm:pt modelId="{1DF987F2-CC76-4FA6-970B-567F8563E7A4}" type="parTrans" cxnId="{87404BEA-F90B-4693-A56D-7D42E4B61839}">
      <dgm:prSet/>
      <dgm:spPr/>
      <dgm:t>
        <a:bodyPr/>
        <a:lstStyle/>
        <a:p>
          <a:endParaRPr lang="en-US"/>
        </a:p>
      </dgm:t>
    </dgm:pt>
    <dgm:pt modelId="{F9618E7A-3644-4071-8BD8-EACAD996DAC0}" type="sibTrans" cxnId="{87404BEA-F90B-4693-A56D-7D42E4B61839}">
      <dgm:prSet/>
      <dgm:spPr/>
      <dgm:t>
        <a:bodyPr/>
        <a:lstStyle/>
        <a:p>
          <a:endParaRPr lang="en-US"/>
        </a:p>
      </dgm:t>
    </dgm:pt>
    <dgm:pt modelId="{0248D525-7F94-4A65-A1F5-499F4264FBEF}">
      <dgm:prSet/>
      <dgm:spPr/>
      <dgm:t>
        <a:bodyPr/>
        <a:lstStyle/>
        <a:p>
          <a:r>
            <a:rPr lang="en-US" b="0" i="0" dirty="0"/>
            <a:t>Accountability</a:t>
          </a:r>
          <a:endParaRPr lang="en-US" dirty="0"/>
        </a:p>
      </dgm:t>
    </dgm:pt>
    <dgm:pt modelId="{D60B822F-F1D8-43C5-858B-70C0B10A05CC}" type="parTrans" cxnId="{E9B9612F-CEE2-4322-B6D8-1D2028097FB3}">
      <dgm:prSet/>
      <dgm:spPr/>
      <dgm:t>
        <a:bodyPr/>
        <a:lstStyle/>
        <a:p>
          <a:endParaRPr lang="en-US"/>
        </a:p>
      </dgm:t>
    </dgm:pt>
    <dgm:pt modelId="{4D511B6C-5493-4404-9AD1-1E45FE2FCEB4}" type="sibTrans" cxnId="{E9B9612F-CEE2-4322-B6D8-1D2028097FB3}">
      <dgm:prSet/>
      <dgm:spPr/>
      <dgm:t>
        <a:bodyPr/>
        <a:lstStyle/>
        <a:p>
          <a:endParaRPr lang="en-US"/>
        </a:p>
      </dgm:t>
    </dgm:pt>
    <dgm:pt modelId="{4CCBBFA9-B241-468A-BCAB-02EBA20CB8E4}">
      <dgm:prSet/>
      <dgm:spPr/>
      <dgm:t>
        <a:bodyPr/>
        <a:lstStyle/>
        <a:p>
          <a:r>
            <a:rPr lang="en-US" dirty="0"/>
            <a:t>Redress</a:t>
          </a:r>
        </a:p>
      </dgm:t>
    </dgm:pt>
    <dgm:pt modelId="{9E691C7A-F02E-430F-A24C-3E1EEDF80674}" type="parTrans" cxnId="{47FBE7CB-CC89-468B-A511-2A1526699F3B}">
      <dgm:prSet/>
      <dgm:spPr/>
      <dgm:t>
        <a:bodyPr/>
        <a:lstStyle/>
        <a:p>
          <a:endParaRPr lang="en-US"/>
        </a:p>
      </dgm:t>
    </dgm:pt>
    <dgm:pt modelId="{AD31E5DA-593A-4D0D-9A21-88E7B6AAAF7E}" type="sibTrans" cxnId="{47FBE7CB-CC89-468B-A511-2A1526699F3B}">
      <dgm:prSet/>
      <dgm:spPr/>
      <dgm:t>
        <a:bodyPr/>
        <a:lstStyle/>
        <a:p>
          <a:endParaRPr lang="en-US"/>
        </a:p>
      </dgm:t>
    </dgm:pt>
    <dgm:pt modelId="{F062F6CE-894B-4B97-81CE-D8EE5F534A36}">
      <dgm:prSet/>
      <dgm:spPr/>
      <dgm:t>
        <a:bodyPr/>
        <a:lstStyle/>
        <a:p>
          <a:r>
            <a:rPr lang="en-US" dirty="0"/>
            <a:t>Transparency</a:t>
          </a:r>
        </a:p>
      </dgm:t>
    </dgm:pt>
    <dgm:pt modelId="{A22D459F-0E45-4D81-B86A-AAA55A00E3A9}" type="parTrans" cxnId="{A51CD2D1-C346-4EE9-8095-BD21021FEA73}">
      <dgm:prSet/>
      <dgm:spPr/>
      <dgm:t>
        <a:bodyPr/>
        <a:lstStyle/>
        <a:p>
          <a:endParaRPr lang="en-US"/>
        </a:p>
      </dgm:t>
    </dgm:pt>
    <dgm:pt modelId="{1B14FFC2-22C5-4965-833C-65F9E193FF7E}" type="sibTrans" cxnId="{A51CD2D1-C346-4EE9-8095-BD21021FEA73}">
      <dgm:prSet/>
      <dgm:spPr/>
      <dgm:t>
        <a:bodyPr/>
        <a:lstStyle/>
        <a:p>
          <a:endParaRPr lang="en-US"/>
        </a:p>
      </dgm:t>
    </dgm:pt>
    <dgm:pt modelId="{67DD334B-3116-4823-B608-C5A6BB6EE6F8}" type="pres">
      <dgm:prSet presAssocID="{7EE3B19F-27DA-47F8-BEC2-6696E8619FD5}" presName="linear" presStyleCnt="0">
        <dgm:presLayoutVars>
          <dgm:animLvl val="lvl"/>
          <dgm:resizeHandles val="exact"/>
        </dgm:presLayoutVars>
      </dgm:prSet>
      <dgm:spPr/>
    </dgm:pt>
    <dgm:pt modelId="{5B7FC493-9C2E-4802-8E59-2D4B3113EE6E}" type="pres">
      <dgm:prSet presAssocID="{7ADA17C3-5400-491F-BF2B-C6D9214C846E}" presName="parentText" presStyleLbl="node1" presStyleIdx="0" presStyleCnt="7">
        <dgm:presLayoutVars>
          <dgm:chMax val="0"/>
          <dgm:bulletEnabled val="1"/>
        </dgm:presLayoutVars>
      </dgm:prSet>
      <dgm:spPr/>
    </dgm:pt>
    <dgm:pt modelId="{72E7285D-12FE-418A-B301-D47DEA0F5899}" type="pres">
      <dgm:prSet presAssocID="{A93E5236-E846-47B7-9DF9-61C47664203E}" presName="spacer" presStyleCnt="0"/>
      <dgm:spPr/>
    </dgm:pt>
    <dgm:pt modelId="{2E490F80-E5F5-4117-8912-8B16D5D6444B}" type="pres">
      <dgm:prSet presAssocID="{E578248A-1C90-4849-80C8-29E4244CC31E}" presName="parentText" presStyleLbl="node1" presStyleIdx="1" presStyleCnt="7">
        <dgm:presLayoutVars>
          <dgm:chMax val="0"/>
          <dgm:bulletEnabled val="1"/>
        </dgm:presLayoutVars>
      </dgm:prSet>
      <dgm:spPr/>
    </dgm:pt>
    <dgm:pt modelId="{D2221F68-25CA-4BDA-B8BB-A77FC1BDF20D}" type="pres">
      <dgm:prSet presAssocID="{E5DB0B67-9E4A-41D7-B7CE-0B2CBE9B3409}" presName="spacer" presStyleCnt="0"/>
      <dgm:spPr/>
    </dgm:pt>
    <dgm:pt modelId="{BDF96A50-2C06-4909-A231-7E00A79C0B38}" type="pres">
      <dgm:prSet presAssocID="{8BD7B002-807D-47B5-B46A-E9A8BCE0F76A}" presName="parentText" presStyleLbl="node1" presStyleIdx="2" presStyleCnt="7">
        <dgm:presLayoutVars>
          <dgm:chMax val="0"/>
          <dgm:bulletEnabled val="1"/>
        </dgm:presLayoutVars>
      </dgm:prSet>
      <dgm:spPr/>
    </dgm:pt>
    <dgm:pt modelId="{DBCD7F6C-48AD-47D9-9EE7-42706CF04197}" type="pres">
      <dgm:prSet presAssocID="{0350B6FC-6C9E-430D-A686-C9B2442F6389}" presName="spacer" presStyleCnt="0"/>
      <dgm:spPr/>
    </dgm:pt>
    <dgm:pt modelId="{5A656590-1D22-4449-9ADD-DC000C75ED2F}" type="pres">
      <dgm:prSet presAssocID="{0CDC7694-B418-4F0E-A9A4-30B299B237C0}" presName="parentText" presStyleLbl="node1" presStyleIdx="3" presStyleCnt="7">
        <dgm:presLayoutVars>
          <dgm:chMax val="0"/>
          <dgm:bulletEnabled val="1"/>
        </dgm:presLayoutVars>
      </dgm:prSet>
      <dgm:spPr/>
    </dgm:pt>
    <dgm:pt modelId="{391C87E2-2DB3-4556-8BE7-32ADA778E852}" type="pres">
      <dgm:prSet presAssocID="{F9618E7A-3644-4071-8BD8-EACAD996DAC0}" presName="spacer" presStyleCnt="0"/>
      <dgm:spPr/>
    </dgm:pt>
    <dgm:pt modelId="{703B5A9A-8651-4F73-B07D-023C30427854}" type="pres">
      <dgm:prSet presAssocID="{0248D525-7F94-4A65-A1F5-499F4264FBEF}" presName="parentText" presStyleLbl="node1" presStyleIdx="4" presStyleCnt="7">
        <dgm:presLayoutVars>
          <dgm:chMax val="0"/>
          <dgm:bulletEnabled val="1"/>
        </dgm:presLayoutVars>
      </dgm:prSet>
      <dgm:spPr/>
    </dgm:pt>
    <dgm:pt modelId="{5142118A-C813-4367-8B84-4DDE5C261EB4}" type="pres">
      <dgm:prSet presAssocID="{4D511B6C-5493-4404-9AD1-1E45FE2FCEB4}" presName="spacer" presStyleCnt="0"/>
      <dgm:spPr/>
    </dgm:pt>
    <dgm:pt modelId="{06498D67-2803-4571-A02C-AA64484DC44E}" type="pres">
      <dgm:prSet presAssocID="{4CCBBFA9-B241-468A-BCAB-02EBA20CB8E4}" presName="parentText" presStyleLbl="node1" presStyleIdx="5" presStyleCnt="7">
        <dgm:presLayoutVars>
          <dgm:chMax val="0"/>
          <dgm:bulletEnabled val="1"/>
        </dgm:presLayoutVars>
      </dgm:prSet>
      <dgm:spPr/>
    </dgm:pt>
    <dgm:pt modelId="{80E81CBA-F25E-402A-8C7B-09B3605FE6EF}" type="pres">
      <dgm:prSet presAssocID="{AD31E5DA-593A-4D0D-9A21-88E7B6AAAF7E}" presName="spacer" presStyleCnt="0"/>
      <dgm:spPr/>
    </dgm:pt>
    <dgm:pt modelId="{86C5BA2C-6433-4D9B-AE68-0338B45D909B}" type="pres">
      <dgm:prSet presAssocID="{F062F6CE-894B-4B97-81CE-D8EE5F534A36}" presName="parentText" presStyleLbl="node1" presStyleIdx="6" presStyleCnt="7">
        <dgm:presLayoutVars>
          <dgm:chMax val="0"/>
          <dgm:bulletEnabled val="1"/>
        </dgm:presLayoutVars>
      </dgm:prSet>
      <dgm:spPr/>
    </dgm:pt>
  </dgm:ptLst>
  <dgm:cxnLst>
    <dgm:cxn modelId="{E9B9612F-CEE2-4322-B6D8-1D2028097FB3}" srcId="{7EE3B19F-27DA-47F8-BEC2-6696E8619FD5}" destId="{0248D525-7F94-4A65-A1F5-499F4264FBEF}" srcOrd="4" destOrd="0" parTransId="{D60B822F-F1D8-43C5-858B-70C0B10A05CC}" sibTransId="{4D511B6C-5493-4404-9AD1-1E45FE2FCEB4}"/>
    <dgm:cxn modelId="{C232E02F-7694-48CD-838B-74B8B3D8302D}" type="presOf" srcId="{F062F6CE-894B-4B97-81CE-D8EE5F534A36}" destId="{86C5BA2C-6433-4D9B-AE68-0338B45D909B}" srcOrd="0" destOrd="0" presId="urn:microsoft.com/office/officeart/2005/8/layout/vList2"/>
    <dgm:cxn modelId="{6C62ED62-51C7-457B-879E-3E48DCE2D36E}" type="presOf" srcId="{7ADA17C3-5400-491F-BF2B-C6D9214C846E}" destId="{5B7FC493-9C2E-4802-8E59-2D4B3113EE6E}" srcOrd="0" destOrd="0" presId="urn:microsoft.com/office/officeart/2005/8/layout/vList2"/>
    <dgm:cxn modelId="{88D98681-5F03-405A-A8E5-148767D3FEA0}" type="presOf" srcId="{8BD7B002-807D-47B5-B46A-E9A8BCE0F76A}" destId="{BDF96A50-2C06-4909-A231-7E00A79C0B38}" srcOrd="0" destOrd="0" presId="urn:microsoft.com/office/officeart/2005/8/layout/vList2"/>
    <dgm:cxn modelId="{B83B2E93-0C64-4D6C-B88A-E0E0F73091EE}" type="presOf" srcId="{7EE3B19F-27DA-47F8-BEC2-6696E8619FD5}" destId="{67DD334B-3116-4823-B608-C5A6BB6EE6F8}" srcOrd="0" destOrd="0" presId="urn:microsoft.com/office/officeart/2005/8/layout/vList2"/>
    <dgm:cxn modelId="{B7F4F293-4353-45C4-8D7C-4CEA859A1EF6}" srcId="{7EE3B19F-27DA-47F8-BEC2-6696E8619FD5}" destId="{8BD7B002-807D-47B5-B46A-E9A8BCE0F76A}" srcOrd="2" destOrd="0" parTransId="{ED02DA87-8D81-4DB3-82E8-3E768D62DF94}" sibTransId="{0350B6FC-6C9E-430D-A686-C9B2442F6389}"/>
    <dgm:cxn modelId="{79FDB396-2A5F-4762-A082-78F5EB7B9F41}" type="presOf" srcId="{0CDC7694-B418-4F0E-A9A4-30B299B237C0}" destId="{5A656590-1D22-4449-9ADD-DC000C75ED2F}" srcOrd="0" destOrd="0" presId="urn:microsoft.com/office/officeart/2005/8/layout/vList2"/>
    <dgm:cxn modelId="{02DD09B1-0192-4C2C-9AD4-98E2A45ADE99}" srcId="{7EE3B19F-27DA-47F8-BEC2-6696E8619FD5}" destId="{E578248A-1C90-4849-80C8-29E4244CC31E}" srcOrd="1" destOrd="0" parTransId="{B0606FCC-F59F-4399-B917-6C0BAD6481EE}" sibTransId="{E5DB0B67-9E4A-41D7-B7CE-0B2CBE9B3409}"/>
    <dgm:cxn modelId="{5E9FB6C6-0297-48AD-969A-EBA063D08A3B}" type="presOf" srcId="{4CCBBFA9-B241-468A-BCAB-02EBA20CB8E4}" destId="{06498D67-2803-4571-A02C-AA64484DC44E}" srcOrd="0" destOrd="0" presId="urn:microsoft.com/office/officeart/2005/8/layout/vList2"/>
    <dgm:cxn modelId="{47FBE7CB-CC89-468B-A511-2A1526699F3B}" srcId="{7EE3B19F-27DA-47F8-BEC2-6696E8619FD5}" destId="{4CCBBFA9-B241-468A-BCAB-02EBA20CB8E4}" srcOrd="5" destOrd="0" parTransId="{9E691C7A-F02E-430F-A24C-3E1EEDF80674}" sibTransId="{AD31E5DA-593A-4D0D-9A21-88E7B6AAAF7E}"/>
    <dgm:cxn modelId="{6ACD64CE-1279-473A-A847-EBEBE4302401}" type="presOf" srcId="{E578248A-1C90-4849-80C8-29E4244CC31E}" destId="{2E490F80-E5F5-4117-8912-8B16D5D6444B}" srcOrd="0" destOrd="0" presId="urn:microsoft.com/office/officeart/2005/8/layout/vList2"/>
    <dgm:cxn modelId="{A51CD2D1-C346-4EE9-8095-BD21021FEA73}" srcId="{7EE3B19F-27DA-47F8-BEC2-6696E8619FD5}" destId="{F062F6CE-894B-4B97-81CE-D8EE5F534A36}" srcOrd="6" destOrd="0" parTransId="{A22D459F-0E45-4D81-B86A-AAA55A00E3A9}" sibTransId="{1B14FFC2-22C5-4965-833C-65F9E193FF7E}"/>
    <dgm:cxn modelId="{87404BEA-F90B-4693-A56D-7D42E4B61839}" srcId="{7EE3B19F-27DA-47F8-BEC2-6696E8619FD5}" destId="{0CDC7694-B418-4F0E-A9A4-30B299B237C0}" srcOrd="3" destOrd="0" parTransId="{1DF987F2-CC76-4FA6-970B-567F8563E7A4}" sibTransId="{F9618E7A-3644-4071-8BD8-EACAD996DAC0}"/>
    <dgm:cxn modelId="{3D1526EE-CAB8-44C4-8A6F-C4B8BF358BD3}" srcId="{7EE3B19F-27DA-47F8-BEC2-6696E8619FD5}" destId="{7ADA17C3-5400-491F-BF2B-C6D9214C846E}" srcOrd="0" destOrd="0" parTransId="{B6D8BA88-01E7-45A8-8729-F567A6CD748A}" sibTransId="{A93E5236-E846-47B7-9DF9-61C47664203E}"/>
    <dgm:cxn modelId="{CD126CFF-5275-4F76-B49A-1D2B783C69D3}" type="presOf" srcId="{0248D525-7F94-4A65-A1F5-499F4264FBEF}" destId="{703B5A9A-8651-4F73-B07D-023C30427854}" srcOrd="0" destOrd="0" presId="urn:microsoft.com/office/officeart/2005/8/layout/vList2"/>
    <dgm:cxn modelId="{6FA38209-41B7-4703-A309-56220E14A330}" type="presParOf" srcId="{67DD334B-3116-4823-B608-C5A6BB6EE6F8}" destId="{5B7FC493-9C2E-4802-8E59-2D4B3113EE6E}" srcOrd="0" destOrd="0" presId="urn:microsoft.com/office/officeart/2005/8/layout/vList2"/>
    <dgm:cxn modelId="{2D168124-DCE1-4B44-8C78-73FEC29D1FEE}" type="presParOf" srcId="{67DD334B-3116-4823-B608-C5A6BB6EE6F8}" destId="{72E7285D-12FE-418A-B301-D47DEA0F5899}" srcOrd="1" destOrd="0" presId="urn:microsoft.com/office/officeart/2005/8/layout/vList2"/>
    <dgm:cxn modelId="{693C2F4E-DBCE-4057-8441-C076FCE0DD30}" type="presParOf" srcId="{67DD334B-3116-4823-B608-C5A6BB6EE6F8}" destId="{2E490F80-E5F5-4117-8912-8B16D5D6444B}" srcOrd="2" destOrd="0" presId="urn:microsoft.com/office/officeart/2005/8/layout/vList2"/>
    <dgm:cxn modelId="{185108EE-0339-4362-938C-9DDC7AC44091}" type="presParOf" srcId="{67DD334B-3116-4823-B608-C5A6BB6EE6F8}" destId="{D2221F68-25CA-4BDA-B8BB-A77FC1BDF20D}" srcOrd="3" destOrd="0" presId="urn:microsoft.com/office/officeart/2005/8/layout/vList2"/>
    <dgm:cxn modelId="{077AF6E8-283F-48C0-BF5E-77E0EA6DFB3C}" type="presParOf" srcId="{67DD334B-3116-4823-B608-C5A6BB6EE6F8}" destId="{BDF96A50-2C06-4909-A231-7E00A79C0B38}" srcOrd="4" destOrd="0" presId="urn:microsoft.com/office/officeart/2005/8/layout/vList2"/>
    <dgm:cxn modelId="{AEAFAF29-5B45-4743-A1BE-556F674AFA28}" type="presParOf" srcId="{67DD334B-3116-4823-B608-C5A6BB6EE6F8}" destId="{DBCD7F6C-48AD-47D9-9EE7-42706CF04197}" srcOrd="5" destOrd="0" presId="urn:microsoft.com/office/officeart/2005/8/layout/vList2"/>
    <dgm:cxn modelId="{558347E3-D46C-4FB8-81CB-14D12202C43A}" type="presParOf" srcId="{67DD334B-3116-4823-B608-C5A6BB6EE6F8}" destId="{5A656590-1D22-4449-9ADD-DC000C75ED2F}" srcOrd="6" destOrd="0" presId="urn:microsoft.com/office/officeart/2005/8/layout/vList2"/>
    <dgm:cxn modelId="{781FEC6B-93CF-48CC-9310-38FEC85CE798}" type="presParOf" srcId="{67DD334B-3116-4823-B608-C5A6BB6EE6F8}" destId="{391C87E2-2DB3-4556-8BE7-32ADA778E852}" srcOrd="7" destOrd="0" presId="urn:microsoft.com/office/officeart/2005/8/layout/vList2"/>
    <dgm:cxn modelId="{41D4043F-5AEA-44F8-B531-667FACB66387}" type="presParOf" srcId="{67DD334B-3116-4823-B608-C5A6BB6EE6F8}" destId="{703B5A9A-8651-4F73-B07D-023C30427854}" srcOrd="8" destOrd="0" presId="urn:microsoft.com/office/officeart/2005/8/layout/vList2"/>
    <dgm:cxn modelId="{FC062E23-62EB-4DDF-85CF-9D11918F7B68}" type="presParOf" srcId="{67DD334B-3116-4823-B608-C5A6BB6EE6F8}" destId="{5142118A-C813-4367-8B84-4DDE5C261EB4}" srcOrd="9" destOrd="0" presId="urn:microsoft.com/office/officeart/2005/8/layout/vList2"/>
    <dgm:cxn modelId="{316DBEED-E481-4541-A665-67BE7897C73C}" type="presParOf" srcId="{67DD334B-3116-4823-B608-C5A6BB6EE6F8}" destId="{06498D67-2803-4571-A02C-AA64484DC44E}" srcOrd="10" destOrd="0" presId="urn:microsoft.com/office/officeart/2005/8/layout/vList2"/>
    <dgm:cxn modelId="{D3A70B69-C3E9-4AC3-B5C4-54EA48B02CF3}" type="presParOf" srcId="{67DD334B-3116-4823-B608-C5A6BB6EE6F8}" destId="{80E81CBA-F25E-402A-8C7B-09B3605FE6EF}" srcOrd="11" destOrd="0" presId="urn:microsoft.com/office/officeart/2005/8/layout/vList2"/>
    <dgm:cxn modelId="{DA5E8DB6-9265-49A6-B5A6-697DCE19861A}" type="presParOf" srcId="{67DD334B-3116-4823-B608-C5A6BB6EE6F8}" destId="{86C5BA2C-6433-4D9B-AE68-0338B45D909B}" srcOrd="1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907269-1569-4B0D-89FE-9A1F82C51541}"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8052FCB3-0AAC-4D1B-9017-A1E7C1CAD624}">
      <dgm:prSet/>
      <dgm:spPr/>
      <dgm:t>
        <a:bodyPr/>
        <a:lstStyle/>
        <a:p>
          <a:r>
            <a:rPr lang="en-US" b="0" i="0"/>
            <a:t>Reasonable Suspicion Standard</a:t>
          </a:r>
          <a:endParaRPr lang="en-US"/>
        </a:p>
      </dgm:t>
    </dgm:pt>
    <dgm:pt modelId="{ADFC6864-C9BA-4DC5-A675-E872333F4593}" type="parTrans" cxnId="{F02D9251-BBE8-4B1F-8940-4211FE38CA62}">
      <dgm:prSet/>
      <dgm:spPr/>
      <dgm:t>
        <a:bodyPr/>
        <a:lstStyle/>
        <a:p>
          <a:endParaRPr lang="en-US"/>
        </a:p>
      </dgm:t>
    </dgm:pt>
    <dgm:pt modelId="{C366497F-2D97-443A-92F2-BF81D27138F7}" type="sibTrans" cxnId="{F02D9251-BBE8-4B1F-8940-4211FE38CA62}">
      <dgm:prSet/>
      <dgm:spPr/>
      <dgm:t>
        <a:bodyPr/>
        <a:lstStyle/>
        <a:p>
          <a:endParaRPr lang="en-US"/>
        </a:p>
      </dgm:t>
    </dgm:pt>
    <dgm:pt modelId="{8EB5EA91-EA94-412F-8B3C-788AD30035AD}">
      <dgm:prSet/>
      <dgm:spPr/>
      <dgm:t>
        <a:bodyPr/>
        <a:lstStyle/>
        <a:p>
          <a:r>
            <a:rPr lang="en-US" b="0" i="0"/>
            <a:t>Limited Collection</a:t>
          </a:r>
          <a:endParaRPr lang="en-US"/>
        </a:p>
      </dgm:t>
    </dgm:pt>
    <dgm:pt modelId="{59C983F4-76CE-400F-80EE-6C444DA231AB}" type="parTrans" cxnId="{74BFC159-A572-43A7-B610-284F03CE5100}">
      <dgm:prSet/>
      <dgm:spPr/>
      <dgm:t>
        <a:bodyPr/>
        <a:lstStyle/>
        <a:p>
          <a:endParaRPr lang="en-US"/>
        </a:p>
      </dgm:t>
    </dgm:pt>
    <dgm:pt modelId="{B082ECE1-8BB3-4F19-A32B-CE970356F33E}" type="sibTrans" cxnId="{74BFC159-A572-43A7-B610-284F03CE5100}">
      <dgm:prSet/>
      <dgm:spPr/>
      <dgm:t>
        <a:bodyPr/>
        <a:lstStyle/>
        <a:p>
          <a:endParaRPr lang="en-US"/>
        </a:p>
      </dgm:t>
    </dgm:pt>
    <dgm:pt modelId="{04FB1A7F-8A4D-458E-9AAE-08BAC8E1C01D}">
      <dgm:prSet/>
      <dgm:spPr/>
      <dgm:t>
        <a:bodyPr/>
        <a:lstStyle/>
        <a:p>
          <a:r>
            <a:rPr lang="en-US" b="0" i="0"/>
            <a:t>Mandatory Review and Purge</a:t>
          </a:r>
          <a:endParaRPr lang="en-US"/>
        </a:p>
      </dgm:t>
    </dgm:pt>
    <dgm:pt modelId="{93111143-3EAA-4A8D-9254-2E7E090A0E69}" type="parTrans" cxnId="{F7FA748E-F5E2-4ED8-95DB-F84331DC1F29}">
      <dgm:prSet/>
      <dgm:spPr/>
      <dgm:t>
        <a:bodyPr/>
        <a:lstStyle/>
        <a:p>
          <a:endParaRPr lang="en-US"/>
        </a:p>
      </dgm:t>
    </dgm:pt>
    <dgm:pt modelId="{6AD169F9-22CD-442E-9C1B-F08AA28F574C}" type="sibTrans" cxnId="{F7FA748E-F5E2-4ED8-95DB-F84331DC1F29}">
      <dgm:prSet/>
      <dgm:spPr/>
      <dgm:t>
        <a:bodyPr/>
        <a:lstStyle/>
        <a:p>
          <a:endParaRPr lang="en-US"/>
        </a:p>
      </dgm:t>
    </dgm:pt>
    <dgm:pt modelId="{0896464A-91EF-4884-8019-CF56C23A49FF}">
      <dgm:prSet/>
      <dgm:spPr/>
      <dgm:t>
        <a:bodyPr/>
        <a:lstStyle/>
        <a:p>
          <a:r>
            <a:rPr lang="en-US" b="0" i="0"/>
            <a:t>Protect Civil Liberties</a:t>
          </a:r>
          <a:endParaRPr lang="en-US"/>
        </a:p>
      </dgm:t>
    </dgm:pt>
    <dgm:pt modelId="{5FE9FFCC-2CFE-4098-B47C-5AD0FFAE3C52}" type="parTrans" cxnId="{B9A79ED0-4F02-4AEF-A9A4-4269FFE80D54}">
      <dgm:prSet/>
      <dgm:spPr/>
      <dgm:t>
        <a:bodyPr/>
        <a:lstStyle/>
        <a:p>
          <a:endParaRPr lang="en-US"/>
        </a:p>
      </dgm:t>
    </dgm:pt>
    <dgm:pt modelId="{D007629A-F2A5-42D4-94A7-623794BF594A}" type="sibTrans" cxnId="{B9A79ED0-4F02-4AEF-A9A4-4269FFE80D54}">
      <dgm:prSet/>
      <dgm:spPr/>
      <dgm:t>
        <a:bodyPr/>
        <a:lstStyle/>
        <a:p>
          <a:endParaRPr lang="en-US"/>
        </a:p>
      </dgm:t>
    </dgm:pt>
    <dgm:pt modelId="{E43CD0BB-6C5A-4463-BD13-B209FD5F2139}" type="pres">
      <dgm:prSet presAssocID="{50907269-1569-4B0D-89FE-9A1F82C51541}" presName="matrix" presStyleCnt="0">
        <dgm:presLayoutVars>
          <dgm:chMax val="1"/>
          <dgm:dir/>
          <dgm:resizeHandles val="exact"/>
        </dgm:presLayoutVars>
      </dgm:prSet>
      <dgm:spPr/>
    </dgm:pt>
    <dgm:pt modelId="{EF26DDE9-BCBB-4972-B321-018155E3C3D4}" type="pres">
      <dgm:prSet presAssocID="{50907269-1569-4B0D-89FE-9A1F82C51541}" presName="diamond" presStyleLbl="bgShp" presStyleIdx="0" presStyleCnt="1"/>
      <dgm:spPr/>
    </dgm:pt>
    <dgm:pt modelId="{D8F6910A-47EE-4C17-9B50-E93060577563}" type="pres">
      <dgm:prSet presAssocID="{50907269-1569-4B0D-89FE-9A1F82C51541}" presName="quad1" presStyleLbl="node1" presStyleIdx="0" presStyleCnt="4">
        <dgm:presLayoutVars>
          <dgm:chMax val="0"/>
          <dgm:chPref val="0"/>
          <dgm:bulletEnabled val="1"/>
        </dgm:presLayoutVars>
      </dgm:prSet>
      <dgm:spPr/>
    </dgm:pt>
    <dgm:pt modelId="{CCF7451C-35BE-4110-B3AF-FDDA11361210}" type="pres">
      <dgm:prSet presAssocID="{50907269-1569-4B0D-89FE-9A1F82C51541}" presName="quad2" presStyleLbl="node1" presStyleIdx="1" presStyleCnt="4">
        <dgm:presLayoutVars>
          <dgm:chMax val="0"/>
          <dgm:chPref val="0"/>
          <dgm:bulletEnabled val="1"/>
        </dgm:presLayoutVars>
      </dgm:prSet>
      <dgm:spPr/>
    </dgm:pt>
    <dgm:pt modelId="{0D8525C5-E61A-4588-B164-270BA8EA3D27}" type="pres">
      <dgm:prSet presAssocID="{50907269-1569-4B0D-89FE-9A1F82C51541}" presName="quad3" presStyleLbl="node1" presStyleIdx="2" presStyleCnt="4">
        <dgm:presLayoutVars>
          <dgm:chMax val="0"/>
          <dgm:chPref val="0"/>
          <dgm:bulletEnabled val="1"/>
        </dgm:presLayoutVars>
      </dgm:prSet>
      <dgm:spPr/>
    </dgm:pt>
    <dgm:pt modelId="{DF8B5270-87FA-4067-9EC7-7448A164F7BF}" type="pres">
      <dgm:prSet presAssocID="{50907269-1569-4B0D-89FE-9A1F82C51541}" presName="quad4" presStyleLbl="node1" presStyleIdx="3" presStyleCnt="4">
        <dgm:presLayoutVars>
          <dgm:chMax val="0"/>
          <dgm:chPref val="0"/>
          <dgm:bulletEnabled val="1"/>
        </dgm:presLayoutVars>
      </dgm:prSet>
      <dgm:spPr/>
    </dgm:pt>
  </dgm:ptLst>
  <dgm:cxnLst>
    <dgm:cxn modelId="{7C64A61A-A0E5-421D-9417-93B02AA962F0}" type="presOf" srcId="{8052FCB3-0AAC-4D1B-9017-A1E7C1CAD624}" destId="{D8F6910A-47EE-4C17-9B50-E93060577563}" srcOrd="0" destOrd="0" presId="urn:microsoft.com/office/officeart/2005/8/layout/matrix3"/>
    <dgm:cxn modelId="{7AD3AE46-983B-4462-96EE-10DEC1B02DE9}" type="presOf" srcId="{04FB1A7F-8A4D-458E-9AAE-08BAC8E1C01D}" destId="{0D8525C5-E61A-4588-B164-270BA8EA3D27}" srcOrd="0" destOrd="0" presId="urn:microsoft.com/office/officeart/2005/8/layout/matrix3"/>
    <dgm:cxn modelId="{B9732C4B-E0AC-480C-B27F-B27E38754AFA}" type="presOf" srcId="{8EB5EA91-EA94-412F-8B3C-788AD30035AD}" destId="{CCF7451C-35BE-4110-B3AF-FDDA11361210}" srcOrd="0" destOrd="0" presId="urn:microsoft.com/office/officeart/2005/8/layout/matrix3"/>
    <dgm:cxn modelId="{F02D9251-BBE8-4B1F-8940-4211FE38CA62}" srcId="{50907269-1569-4B0D-89FE-9A1F82C51541}" destId="{8052FCB3-0AAC-4D1B-9017-A1E7C1CAD624}" srcOrd="0" destOrd="0" parTransId="{ADFC6864-C9BA-4DC5-A675-E872333F4593}" sibTransId="{C366497F-2D97-443A-92F2-BF81D27138F7}"/>
    <dgm:cxn modelId="{74BFC159-A572-43A7-B610-284F03CE5100}" srcId="{50907269-1569-4B0D-89FE-9A1F82C51541}" destId="{8EB5EA91-EA94-412F-8B3C-788AD30035AD}" srcOrd="1" destOrd="0" parTransId="{59C983F4-76CE-400F-80EE-6C444DA231AB}" sibTransId="{B082ECE1-8BB3-4F19-A32B-CE970356F33E}"/>
    <dgm:cxn modelId="{4F0EEA79-F585-4FB4-BB30-A99EBCC0D46E}" type="presOf" srcId="{0896464A-91EF-4884-8019-CF56C23A49FF}" destId="{DF8B5270-87FA-4067-9EC7-7448A164F7BF}" srcOrd="0" destOrd="0" presId="urn:microsoft.com/office/officeart/2005/8/layout/matrix3"/>
    <dgm:cxn modelId="{F7FA748E-F5E2-4ED8-95DB-F84331DC1F29}" srcId="{50907269-1569-4B0D-89FE-9A1F82C51541}" destId="{04FB1A7F-8A4D-458E-9AAE-08BAC8E1C01D}" srcOrd="2" destOrd="0" parTransId="{93111143-3EAA-4A8D-9254-2E7E090A0E69}" sibTransId="{6AD169F9-22CD-442E-9C1B-F08AA28F574C}"/>
    <dgm:cxn modelId="{B43AAAAA-4155-4627-84CD-2EB6548BD306}" type="presOf" srcId="{50907269-1569-4B0D-89FE-9A1F82C51541}" destId="{E43CD0BB-6C5A-4463-BD13-B209FD5F2139}" srcOrd="0" destOrd="0" presId="urn:microsoft.com/office/officeart/2005/8/layout/matrix3"/>
    <dgm:cxn modelId="{B9A79ED0-4F02-4AEF-A9A4-4269FFE80D54}" srcId="{50907269-1569-4B0D-89FE-9A1F82C51541}" destId="{0896464A-91EF-4884-8019-CF56C23A49FF}" srcOrd="3" destOrd="0" parTransId="{5FE9FFCC-2CFE-4098-B47C-5AD0FFAE3C52}" sibTransId="{D007629A-F2A5-42D4-94A7-623794BF594A}"/>
    <dgm:cxn modelId="{B2689D36-083E-4D04-B484-AA8CA68793BA}" type="presParOf" srcId="{E43CD0BB-6C5A-4463-BD13-B209FD5F2139}" destId="{EF26DDE9-BCBB-4972-B321-018155E3C3D4}" srcOrd="0" destOrd="0" presId="urn:microsoft.com/office/officeart/2005/8/layout/matrix3"/>
    <dgm:cxn modelId="{2E12BCC0-497E-4C1A-B285-3B4C044DCF00}" type="presParOf" srcId="{E43CD0BB-6C5A-4463-BD13-B209FD5F2139}" destId="{D8F6910A-47EE-4C17-9B50-E93060577563}" srcOrd="1" destOrd="0" presId="urn:microsoft.com/office/officeart/2005/8/layout/matrix3"/>
    <dgm:cxn modelId="{A1AAC517-EDA1-4ABE-8D4B-4B21733A4F45}" type="presParOf" srcId="{E43CD0BB-6C5A-4463-BD13-B209FD5F2139}" destId="{CCF7451C-35BE-4110-B3AF-FDDA11361210}" srcOrd="2" destOrd="0" presId="urn:microsoft.com/office/officeart/2005/8/layout/matrix3"/>
    <dgm:cxn modelId="{FCAA9649-FD10-4747-980A-B22598C6C9D7}" type="presParOf" srcId="{E43CD0BB-6C5A-4463-BD13-B209FD5F2139}" destId="{0D8525C5-E61A-4588-B164-270BA8EA3D27}" srcOrd="3" destOrd="0" presId="urn:microsoft.com/office/officeart/2005/8/layout/matrix3"/>
    <dgm:cxn modelId="{3D88CA55-C868-41DD-BA2C-748C10B0CEF2}" type="presParOf" srcId="{E43CD0BB-6C5A-4463-BD13-B209FD5F2139}" destId="{DF8B5270-87FA-4067-9EC7-7448A164F7BF}"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51AA4AB-0C8A-47F7-8D3F-D3A53A0D42E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7349D8C-1455-4D3A-B8A5-651A73FB4F54}">
      <dgm:prSet/>
      <dgm:spPr/>
      <dgm:t>
        <a:bodyPr/>
        <a:lstStyle/>
        <a:p>
          <a:r>
            <a:rPr lang="en-US" b="0" i="0"/>
            <a:t>Protest Monitoring Example</a:t>
          </a:r>
          <a:endParaRPr lang="en-US"/>
        </a:p>
      </dgm:t>
    </dgm:pt>
    <dgm:pt modelId="{45D0EFDA-6622-4111-88EC-5D7BA13C4822}" type="parTrans" cxnId="{E473B60A-A94B-4979-ADCA-D7A45883AFD8}">
      <dgm:prSet/>
      <dgm:spPr/>
      <dgm:t>
        <a:bodyPr/>
        <a:lstStyle/>
        <a:p>
          <a:endParaRPr lang="en-US"/>
        </a:p>
      </dgm:t>
    </dgm:pt>
    <dgm:pt modelId="{C512C6DD-459C-4EFC-8BFB-AE3D69F825A2}" type="sibTrans" cxnId="{E473B60A-A94B-4979-ADCA-D7A45883AFD8}">
      <dgm:prSet/>
      <dgm:spPr/>
      <dgm:t>
        <a:bodyPr/>
        <a:lstStyle/>
        <a:p>
          <a:endParaRPr lang="en-US"/>
        </a:p>
      </dgm:t>
    </dgm:pt>
    <dgm:pt modelId="{C955E5A8-8943-43A2-8D80-62E7EA729304}">
      <dgm:prSet/>
      <dgm:spPr/>
      <dgm:t>
        <a:bodyPr/>
        <a:lstStyle/>
        <a:p>
          <a:r>
            <a:rPr lang="en-US" b="0" i="0" dirty="0"/>
            <a:t>Criminal predicate vs protected activity</a:t>
          </a:r>
          <a:endParaRPr lang="en-US" dirty="0"/>
        </a:p>
      </dgm:t>
    </dgm:pt>
    <dgm:pt modelId="{8E6C5490-3C7F-4455-9E45-DD6EFBE09B06}" type="parTrans" cxnId="{DB5F2029-5A89-49C5-8D88-D29C22C64752}">
      <dgm:prSet/>
      <dgm:spPr/>
      <dgm:t>
        <a:bodyPr/>
        <a:lstStyle/>
        <a:p>
          <a:endParaRPr lang="en-US"/>
        </a:p>
      </dgm:t>
    </dgm:pt>
    <dgm:pt modelId="{B3C6EDE3-604A-4CC1-9411-4BE8287C820F}" type="sibTrans" cxnId="{DB5F2029-5A89-49C5-8D88-D29C22C64752}">
      <dgm:prSet/>
      <dgm:spPr/>
      <dgm:t>
        <a:bodyPr/>
        <a:lstStyle/>
        <a:p>
          <a:endParaRPr lang="en-US"/>
        </a:p>
      </dgm:t>
    </dgm:pt>
    <dgm:pt modelId="{E153F56B-2A8A-4372-B0FD-22BE84BCC79E}" type="pres">
      <dgm:prSet presAssocID="{C51AA4AB-0C8A-47F7-8D3F-D3A53A0D42E1}" presName="hierChild1" presStyleCnt="0">
        <dgm:presLayoutVars>
          <dgm:chPref val="1"/>
          <dgm:dir/>
          <dgm:animOne val="branch"/>
          <dgm:animLvl val="lvl"/>
          <dgm:resizeHandles/>
        </dgm:presLayoutVars>
      </dgm:prSet>
      <dgm:spPr/>
    </dgm:pt>
    <dgm:pt modelId="{F1F5E68A-6554-4353-8744-C61083671821}" type="pres">
      <dgm:prSet presAssocID="{77349D8C-1455-4D3A-B8A5-651A73FB4F54}" presName="hierRoot1" presStyleCnt="0"/>
      <dgm:spPr/>
    </dgm:pt>
    <dgm:pt modelId="{5C339D90-968F-46FC-8E9F-1F4D4C7D3986}" type="pres">
      <dgm:prSet presAssocID="{77349D8C-1455-4D3A-B8A5-651A73FB4F54}" presName="composite" presStyleCnt="0"/>
      <dgm:spPr/>
    </dgm:pt>
    <dgm:pt modelId="{497C35A8-FA98-4937-B08D-044AFD25F275}" type="pres">
      <dgm:prSet presAssocID="{77349D8C-1455-4D3A-B8A5-651A73FB4F54}" presName="background" presStyleLbl="node0" presStyleIdx="0" presStyleCnt="2"/>
      <dgm:spPr/>
    </dgm:pt>
    <dgm:pt modelId="{6BD21D0B-9E2F-4F35-9824-BC15C02F81A1}" type="pres">
      <dgm:prSet presAssocID="{77349D8C-1455-4D3A-B8A5-651A73FB4F54}" presName="text" presStyleLbl="fgAcc0" presStyleIdx="0" presStyleCnt="2">
        <dgm:presLayoutVars>
          <dgm:chPref val="3"/>
        </dgm:presLayoutVars>
      </dgm:prSet>
      <dgm:spPr/>
    </dgm:pt>
    <dgm:pt modelId="{323BC59B-780D-4209-B22F-2061BDBB9A58}" type="pres">
      <dgm:prSet presAssocID="{77349D8C-1455-4D3A-B8A5-651A73FB4F54}" presName="hierChild2" presStyleCnt="0"/>
      <dgm:spPr/>
    </dgm:pt>
    <dgm:pt modelId="{C24A6D57-815E-4652-97A1-35656D0F2518}" type="pres">
      <dgm:prSet presAssocID="{C955E5A8-8943-43A2-8D80-62E7EA729304}" presName="hierRoot1" presStyleCnt="0"/>
      <dgm:spPr/>
    </dgm:pt>
    <dgm:pt modelId="{B5FE137F-1FFB-4D0B-BD31-572011D807E1}" type="pres">
      <dgm:prSet presAssocID="{C955E5A8-8943-43A2-8D80-62E7EA729304}" presName="composite" presStyleCnt="0"/>
      <dgm:spPr/>
    </dgm:pt>
    <dgm:pt modelId="{A7708F59-7244-434D-8F04-4C2934145C87}" type="pres">
      <dgm:prSet presAssocID="{C955E5A8-8943-43A2-8D80-62E7EA729304}" presName="background" presStyleLbl="node0" presStyleIdx="1" presStyleCnt="2"/>
      <dgm:spPr/>
    </dgm:pt>
    <dgm:pt modelId="{9D009F69-9811-4F9C-8179-C078F0BCFFA6}" type="pres">
      <dgm:prSet presAssocID="{C955E5A8-8943-43A2-8D80-62E7EA729304}" presName="text" presStyleLbl="fgAcc0" presStyleIdx="1" presStyleCnt="2">
        <dgm:presLayoutVars>
          <dgm:chPref val="3"/>
        </dgm:presLayoutVars>
      </dgm:prSet>
      <dgm:spPr/>
    </dgm:pt>
    <dgm:pt modelId="{B8BAE7CB-A398-4EF4-8BBD-18866895A399}" type="pres">
      <dgm:prSet presAssocID="{C955E5A8-8943-43A2-8D80-62E7EA729304}" presName="hierChild2" presStyleCnt="0"/>
      <dgm:spPr/>
    </dgm:pt>
  </dgm:ptLst>
  <dgm:cxnLst>
    <dgm:cxn modelId="{E473B60A-A94B-4979-ADCA-D7A45883AFD8}" srcId="{C51AA4AB-0C8A-47F7-8D3F-D3A53A0D42E1}" destId="{77349D8C-1455-4D3A-B8A5-651A73FB4F54}" srcOrd="0" destOrd="0" parTransId="{45D0EFDA-6622-4111-88EC-5D7BA13C4822}" sibTransId="{C512C6DD-459C-4EFC-8BFB-AE3D69F825A2}"/>
    <dgm:cxn modelId="{DB5F2029-5A89-49C5-8D88-D29C22C64752}" srcId="{C51AA4AB-0C8A-47F7-8D3F-D3A53A0D42E1}" destId="{C955E5A8-8943-43A2-8D80-62E7EA729304}" srcOrd="1" destOrd="0" parTransId="{8E6C5490-3C7F-4455-9E45-DD6EFBE09B06}" sibTransId="{B3C6EDE3-604A-4CC1-9411-4BE8287C820F}"/>
    <dgm:cxn modelId="{08365894-4F6F-45C4-A433-375F2DEB074A}" type="presOf" srcId="{C955E5A8-8943-43A2-8D80-62E7EA729304}" destId="{9D009F69-9811-4F9C-8179-C078F0BCFFA6}" srcOrd="0" destOrd="0" presId="urn:microsoft.com/office/officeart/2005/8/layout/hierarchy1"/>
    <dgm:cxn modelId="{4BBBEEB5-5196-414D-9688-9F4785751272}" type="presOf" srcId="{C51AA4AB-0C8A-47F7-8D3F-D3A53A0D42E1}" destId="{E153F56B-2A8A-4372-B0FD-22BE84BCC79E}" srcOrd="0" destOrd="0" presId="urn:microsoft.com/office/officeart/2005/8/layout/hierarchy1"/>
    <dgm:cxn modelId="{3CC870F0-259A-4257-AD2F-CE811EBA001A}" type="presOf" srcId="{77349D8C-1455-4D3A-B8A5-651A73FB4F54}" destId="{6BD21D0B-9E2F-4F35-9824-BC15C02F81A1}" srcOrd="0" destOrd="0" presId="urn:microsoft.com/office/officeart/2005/8/layout/hierarchy1"/>
    <dgm:cxn modelId="{C3900621-BCFE-4A27-92E8-F201DDF37B8A}" type="presParOf" srcId="{E153F56B-2A8A-4372-B0FD-22BE84BCC79E}" destId="{F1F5E68A-6554-4353-8744-C61083671821}" srcOrd="0" destOrd="0" presId="urn:microsoft.com/office/officeart/2005/8/layout/hierarchy1"/>
    <dgm:cxn modelId="{06CA0C77-9E3E-471E-9C95-8D8C9A7430DF}" type="presParOf" srcId="{F1F5E68A-6554-4353-8744-C61083671821}" destId="{5C339D90-968F-46FC-8E9F-1F4D4C7D3986}" srcOrd="0" destOrd="0" presId="urn:microsoft.com/office/officeart/2005/8/layout/hierarchy1"/>
    <dgm:cxn modelId="{C2623C38-765D-4991-BD0E-F88A152FA9D2}" type="presParOf" srcId="{5C339D90-968F-46FC-8E9F-1F4D4C7D3986}" destId="{497C35A8-FA98-4937-B08D-044AFD25F275}" srcOrd="0" destOrd="0" presId="urn:microsoft.com/office/officeart/2005/8/layout/hierarchy1"/>
    <dgm:cxn modelId="{AA7931BB-8330-4FF5-B3EE-62A71EF85570}" type="presParOf" srcId="{5C339D90-968F-46FC-8E9F-1F4D4C7D3986}" destId="{6BD21D0B-9E2F-4F35-9824-BC15C02F81A1}" srcOrd="1" destOrd="0" presId="urn:microsoft.com/office/officeart/2005/8/layout/hierarchy1"/>
    <dgm:cxn modelId="{048CC064-CFEF-4B64-ADD5-46B14033B548}" type="presParOf" srcId="{F1F5E68A-6554-4353-8744-C61083671821}" destId="{323BC59B-780D-4209-B22F-2061BDBB9A58}" srcOrd="1" destOrd="0" presId="urn:microsoft.com/office/officeart/2005/8/layout/hierarchy1"/>
    <dgm:cxn modelId="{010344D8-EBAC-45B9-AFED-FEDE0F58CAF0}" type="presParOf" srcId="{E153F56B-2A8A-4372-B0FD-22BE84BCC79E}" destId="{C24A6D57-815E-4652-97A1-35656D0F2518}" srcOrd="1" destOrd="0" presId="urn:microsoft.com/office/officeart/2005/8/layout/hierarchy1"/>
    <dgm:cxn modelId="{4DE5D3CD-3F5A-4294-8D4F-BDFD0C6B434D}" type="presParOf" srcId="{C24A6D57-815E-4652-97A1-35656D0F2518}" destId="{B5FE137F-1FFB-4D0B-BD31-572011D807E1}" srcOrd="0" destOrd="0" presId="urn:microsoft.com/office/officeart/2005/8/layout/hierarchy1"/>
    <dgm:cxn modelId="{BF31448A-D323-45D2-BBE1-D784D0979987}" type="presParOf" srcId="{B5FE137F-1FFB-4D0B-BD31-572011D807E1}" destId="{A7708F59-7244-434D-8F04-4C2934145C87}" srcOrd="0" destOrd="0" presId="urn:microsoft.com/office/officeart/2005/8/layout/hierarchy1"/>
    <dgm:cxn modelId="{BAFEC57C-794E-4A2C-A35E-153115A01EE7}" type="presParOf" srcId="{B5FE137F-1FFB-4D0B-BD31-572011D807E1}" destId="{9D009F69-9811-4F9C-8179-C078F0BCFFA6}" srcOrd="1" destOrd="0" presId="urn:microsoft.com/office/officeart/2005/8/layout/hierarchy1"/>
    <dgm:cxn modelId="{7AF96DE9-5C45-4BE5-B215-D6CA9E3AEADF}" type="presParOf" srcId="{C24A6D57-815E-4652-97A1-35656D0F2518}" destId="{B8BAE7CB-A398-4EF4-8BBD-18866895A399}"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45BF3F-79B4-4A4E-9246-F4678A4DFAB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C44BA8AC-7A5E-427E-9D05-E10D9BA7072E}">
      <dgm:prSet/>
      <dgm:spPr/>
      <dgm:t>
        <a:bodyPr/>
        <a:lstStyle/>
        <a:p>
          <a:r>
            <a:rPr lang="en-US" b="0" i="0"/>
            <a:t>Appointment of privacy officers</a:t>
          </a:r>
          <a:endParaRPr lang="en-US"/>
        </a:p>
      </dgm:t>
    </dgm:pt>
    <dgm:pt modelId="{74208AE0-0476-4D41-98BC-2D55B6A60511}" type="parTrans" cxnId="{E6044C08-7496-47AD-974F-FD6C5C5C32F1}">
      <dgm:prSet/>
      <dgm:spPr/>
      <dgm:t>
        <a:bodyPr/>
        <a:lstStyle/>
        <a:p>
          <a:endParaRPr lang="en-US"/>
        </a:p>
      </dgm:t>
    </dgm:pt>
    <dgm:pt modelId="{C7CEDAAE-ABB5-4307-87D4-10A502DFF99D}" type="sibTrans" cxnId="{E6044C08-7496-47AD-974F-FD6C5C5C32F1}">
      <dgm:prSet/>
      <dgm:spPr/>
      <dgm:t>
        <a:bodyPr/>
        <a:lstStyle/>
        <a:p>
          <a:endParaRPr lang="en-US"/>
        </a:p>
      </dgm:t>
    </dgm:pt>
    <dgm:pt modelId="{707603D0-E8CC-4CA8-A43D-531EDBC9FC74}">
      <dgm:prSet/>
      <dgm:spPr/>
      <dgm:t>
        <a:bodyPr/>
        <a:lstStyle/>
        <a:p>
          <a:r>
            <a:rPr lang="en-US" b="0" i="0"/>
            <a:t>Mandatory training</a:t>
          </a:r>
          <a:endParaRPr lang="en-US"/>
        </a:p>
      </dgm:t>
    </dgm:pt>
    <dgm:pt modelId="{D844B5AD-3974-4BBB-80A8-1CFECBFBD282}" type="parTrans" cxnId="{611130D3-CDDB-4F99-A3BC-9CB13C4079AD}">
      <dgm:prSet/>
      <dgm:spPr/>
      <dgm:t>
        <a:bodyPr/>
        <a:lstStyle/>
        <a:p>
          <a:endParaRPr lang="en-US"/>
        </a:p>
      </dgm:t>
    </dgm:pt>
    <dgm:pt modelId="{0CADB7B1-4957-441B-B862-A658AFF89852}" type="sibTrans" cxnId="{611130D3-CDDB-4F99-A3BC-9CB13C4079AD}">
      <dgm:prSet/>
      <dgm:spPr/>
      <dgm:t>
        <a:bodyPr/>
        <a:lstStyle/>
        <a:p>
          <a:endParaRPr lang="en-US"/>
        </a:p>
      </dgm:t>
    </dgm:pt>
    <dgm:pt modelId="{B3BBEE13-FFB4-47C8-823E-8C294ECC6350}">
      <dgm:prSet/>
      <dgm:spPr/>
      <dgm:t>
        <a:bodyPr/>
        <a:lstStyle/>
        <a:p>
          <a:r>
            <a:rPr lang="en-US" b="0" i="0"/>
            <a:t>NSISS guidelines implemented</a:t>
          </a:r>
          <a:endParaRPr lang="en-US"/>
        </a:p>
      </dgm:t>
    </dgm:pt>
    <dgm:pt modelId="{1ACB948B-7794-478D-8C03-BC519C1223D9}" type="parTrans" cxnId="{73B3E6AF-837D-4DEC-8528-5A4AA51BEB21}">
      <dgm:prSet/>
      <dgm:spPr/>
      <dgm:t>
        <a:bodyPr/>
        <a:lstStyle/>
        <a:p>
          <a:endParaRPr lang="en-US"/>
        </a:p>
      </dgm:t>
    </dgm:pt>
    <dgm:pt modelId="{21F8B104-1964-4F65-BCE2-E0E6E6F03DC8}" type="sibTrans" cxnId="{73B3E6AF-837D-4DEC-8528-5A4AA51BEB21}">
      <dgm:prSet/>
      <dgm:spPr/>
      <dgm:t>
        <a:bodyPr/>
        <a:lstStyle/>
        <a:p>
          <a:endParaRPr lang="en-US"/>
        </a:p>
      </dgm:t>
    </dgm:pt>
    <dgm:pt modelId="{CA37AED6-DAC6-44A8-B5EC-AFBFBD972755}">
      <dgm:prSet/>
      <dgm:spPr/>
      <dgm:t>
        <a:bodyPr/>
        <a:lstStyle/>
        <a:p>
          <a:r>
            <a:rPr lang="en-US"/>
            <a:t>Advanced Technical Safeguards</a:t>
          </a:r>
        </a:p>
      </dgm:t>
    </dgm:pt>
    <dgm:pt modelId="{C56FE942-E4D1-4F72-95A1-1BEF2B449FAF}" type="parTrans" cxnId="{F218D265-7994-45C0-B14B-9417525B30C2}">
      <dgm:prSet/>
      <dgm:spPr/>
      <dgm:t>
        <a:bodyPr/>
        <a:lstStyle/>
        <a:p>
          <a:endParaRPr lang="en-US"/>
        </a:p>
      </dgm:t>
    </dgm:pt>
    <dgm:pt modelId="{D6387CBE-A539-476C-BE0B-63F4FC18F210}" type="sibTrans" cxnId="{F218D265-7994-45C0-B14B-9417525B30C2}">
      <dgm:prSet/>
      <dgm:spPr/>
      <dgm:t>
        <a:bodyPr/>
        <a:lstStyle/>
        <a:p>
          <a:endParaRPr lang="en-US"/>
        </a:p>
      </dgm:t>
    </dgm:pt>
    <dgm:pt modelId="{76273C6A-74A1-4AE0-8A21-D514C7FD3547}">
      <dgm:prSet/>
      <dgm:spPr/>
      <dgm:t>
        <a:bodyPr/>
        <a:lstStyle/>
        <a:p>
          <a:r>
            <a:rPr lang="en-US"/>
            <a:t>Community Outreach</a:t>
          </a:r>
        </a:p>
      </dgm:t>
    </dgm:pt>
    <dgm:pt modelId="{B4DEB565-7565-4E68-B6AB-4DDE151AD428}" type="parTrans" cxnId="{5FABC46C-4DD7-4438-95C7-1B8FA3BFB9F3}">
      <dgm:prSet/>
      <dgm:spPr/>
      <dgm:t>
        <a:bodyPr/>
        <a:lstStyle/>
        <a:p>
          <a:endParaRPr lang="en-US"/>
        </a:p>
      </dgm:t>
    </dgm:pt>
    <dgm:pt modelId="{B1A35DD8-CC43-449C-8E32-596817AAF1D5}" type="sibTrans" cxnId="{5FABC46C-4DD7-4438-95C7-1B8FA3BFB9F3}">
      <dgm:prSet/>
      <dgm:spPr/>
      <dgm:t>
        <a:bodyPr/>
        <a:lstStyle/>
        <a:p>
          <a:endParaRPr lang="en-US"/>
        </a:p>
      </dgm:t>
    </dgm:pt>
    <dgm:pt modelId="{1A69D582-9F3E-4751-AC30-C66FC1F3A903}" type="pres">
      <dgm:prSet presAssocID="{0445BF3F-79B4-4A4E-9246-F4678A4DFAB3}" presName="diagram" presStyleCnt="0">
        <dgm:presLayoutVars>
          <dgm:dir/>
          <dgm:resizeHandles val="exact"/>
        </dgm:presLayoutVars>
      </dgm:prSet>
      <dgm:spPr/>
    </dgm:pt>
    <dgm:pt modelId="{86D48CC6-FECA-45E7-96BC-2A290BB83482}" type="pres">
      <dgm:prSet presAssocID="{C44BA8AC-7A5E-427E-9D05-E10D9BA7072E}" presName="node" presStyleLbl="node1" presStyleIdx="0" presStyleCnt="5">
        <dgm:presLayoutVars>
          <dgm:bulletEnabled val="1"/>
        </dgm:presLayoutVars>
      </dgm:prSet>
      <dgm:spPr/>
    </dgm:pt>
    <dgm:pt modelId="{934ABFC4-1D5A-4B8D-8827-1040025DC0AC}" type="pres">
      <dgm:prSet presAssocID="{C7CEDAAE-ABB5-4307-87D4-10A502DFF99D}" presName="sibTrans" presStyleCnt="0"/>
      <dgm:spPr/>
    </dgm:pt>
    <dgm:pt modelId="{0DFCE20C-703D-4BFF-B027-F0FBEEF2C9D4}" type="pres">
      <dgm:prSet presAssocID="{707603D0-E8CC-4CA8-A43D-531EDBC9FC74}" presName="node" presStyleLbl="node1" presStyleIdx="1" presStyleCnt="5">
        <dgm:presLayoutVars>
          <dgm:bulletEnabled val="1"/>
        </dgm:presLayoutVars>
      </dgm:prSet>
      <dgm:spPr/>
    </dgm:pt>
    <dgm:pt modelId="{3CDB1E64-6E3E-432A-AA14-9BF500AD58C6}" type="pres">
      <dgm:prSet presAssocID="{0CADB7B1-4957-441B-B862-A658AFF89852}" presName="sibTrans" presStyleCnt="0"/>
      <dgm:spPr/>
    </dgm:pt>
    <dgm:pt modelId="{AC4784CF-8061-417F-A43E-1386AB791E4D}" type="pres">
      <dgm:prSet presAssocID="{B3BBEE13-FFB4-47C8-823E-8C294ECC6350}" presName="node" presStyleLbl="node1" presStyleIdx="2" presStyleCnt="5">
        <dgm:presLayoutVars>
          <dgm:bulletEnabled val="1"/>
        </dgm:presLayoutVars>
      </dgm:prSet>
      <dgm:spPr/>
    </dgm:pt>
    <dgm:pt modelId="{DD7DA117-A104-4E4E-A4D4-E08324158E13}" type="pres">
      <dgm:prSet presAssocID="{21F8B104-1964-4F65-BCE2-E0E6E6F03DC8}" presName="sibTrans" presStyleCnt="0"/>
      <dgm:spPr/>
    </dgm:pt>
    <dgm:pt modelId="{24791DED-C271-4537-B2C7-E444D98425B6}" type="pres">
      <dgm:prSet presAssocID="{76273C6A-74A1-4AE0-8A21-D514C7FD3547}" presName="node" presStyleLbl="node1" presStyleIdx="3" presStyleCnt="5">
        <dgm:presLayoutVars>
          <dgm:bulletEnabled val="1"/>
        </dgm:presLayoutVars>
      </dgm:prSet>
      <dgm:spPr/>
    </dgm:pt>
    <dgm:pt modelId="{AF7EFFFB-07AB-4BBA-9B82-C674144FF4FD}" type="pres">
      <dgm:prSet presAssocID="{B1A35DD8-CC43-449C-8E32-596817AAF1D5}" presName="sibTrans" presStyleCnt="0"/>
      <dgm:spPr/>
    </dgm:pt>
    <dgm:pt modelId="{71F2F7BC-FEBB-4312-BF3C-B54716A3A0A7}" type="pres">
      <dgm:prSet presAssocID="{CA37AED6-DAC6-44A8-B5EC-AFBFBD972755}" presName="node" presStyleLbl="node1" presStyleIdx="4" presStyleCnt="5">
        <dgm:presLayoutVars>
          <dgm:bulletEnabled val="1"/>
        </dgm:presLayoutVars>
      </dgm:prSet>
      <dgm:spPr/>
    </dgm:pt>
  </dgm:ptLst>
  <dgm:cxnLst>
    <dgm:cxn modelId="{E6044C08-7496-47AD-974F-FD6C5C5C32F1}" srcId="{0445BF3F-79B4-4A4E-9246-F4678A4DFAB3}" destId="{C44BA8AC-7A5E-427E-9D05-E10D9BA7072E}" srcOrd="0" destOrd="0" parTransId="{74208AE0-0476-4D41-98BC-2D55B6A60511}" sibTransId="{C7CEDAAE-ABB5-4307-87D4-10A502DFF99D}"/>
    <dgm:cxn modelId="{37BC2839-0212-41AB-9016-29F7A7A8128C}" type="presOf" srcId="{707603D0-E8CC-4CA8-A43D-531EDBC9FC74}" destId="{0DFCE20C-703D-4BFF-B027-F0FBEEF2C9D4}" srcOrd="0" destOrd="0" presId="urn:microsoft.com/office/officeart/2005/8/layout/default"/>
    <dgm:cxn modelId="{F218D265-7994-45C0-B14B-9417525B30C2}" srcId="{0445BF3F-79B4-4A4E-9246-F4678A4DFAB3}" destId="{CA37AED6-DAC6-44A8-B5EC-AFBFBD972755}" srcOrd="4" destOrd="0" parTransId="{C56FE942-E4D1-4F72-95A1-1BEF2B449FAF}" sibTransId="{D6387CBE-A539-476C-BE0B-63F4FC18F210}"/>
    <dgm:cxn modelId="{D21CE967-12E6-4D68-9BC2-36DB2E2AF5EC}" type="presOf" srcId="{CA37AED6-DAC6-44A8-B5EC-AFBFBD972755}" destId="{71F2F7BC-FEBB-4312-BF3C-B54716A3A0A7}" srcOrd="0" destOrd="0" presId="urn:microsoft.com/office/officeart/2005/8/layout/default"/>
    <dgm:cxn modelId="{5FABC46C-4DD7-4438-95C7-1B8FA3BFB9F3}" srcId="{0445BF3F-79B4-4A4E-9246-F4678A4DFAB3}" destId="{76273C6A-74A1-4AE0-8A21-D514C7FD3547}" srcOrd="3" destOrd="0" parTransId="{B4DEB565-7565-4E68-B6AB-4DDE151AD428}" sibTransId="{B1A35DD8-CC43-449C-8E32-596817AAF1D5}"/>
    <dgm:cxn modelId="{2E813C9E-665E-41C4-99F3-D12173E7B787}" type="presOf" srcId="{76273C6A-74A1-4AE0-8A21-D514C7FD3547}" destId="{24791DED-C271-4537-B2C7-E444D98425B6}" srcOrd="0" destOrd="0" presId="urn:microsoft.com/office/officeart/2005/8/layout/default"/>
    <dgm:cxn modelId="{D69067A0-0DB8-4876-9BC1-609536F7B8A1}" type="presOf" srcId="{B3BBEE13-FFB4-47C8-823E-8C294ECC6350}" destId="{AC4784CF-8061-417F-A43E-1386AB791E4D}" srcOrd="0" destOrd="0" presId="urn:microsoft.com/office/officeart/2005/8/layout/default"/>
    <dgm:cxn modelId="{73B3E6AF-837D-4DEC-8528-5A4AA51BEB21}" srcId="{0445BF3F-79B4-4A4E-9246-F4678A4DFAB3}" destId="{B3BBEE13-FFB4-47C8-823E-8C294ECC6350}" srcOrd="2" destOrd="0" parTransId="{1ACB948B-7794-478D-8C03-BC519C1223D9}" sibTransId="{21F8B104-1964-4F65-BCE2-E0E6E6F03DC8}"/>
    <dgm:cxn modelId="{C3443CC4-AA25-4C62-BF45-127B51A8C860}" type="presOf" srcId="{C44BA8AC-7A5E-427E-9D05-E10D9BA7072E}" destId="{86D48CC6-FECA-45E7-96BC-2A290BB83482}" srcOrd="0" destOrd="0" presId="urn:microsoft.com/office/officeart/2005/8/layout/default"/>
    <dgm:cxn modelId="{81695CCF-CBFC-4397-87B2-C7EFA74F501D}" type="presOf" srcId="{0445BF3F-79B4-4A4E-9246-F4678A4DFAB3}" destId="{1A69D582-9F3E-4751-AC30-C66FC1F3A903}" srcOrd="0" destOrd="0" presId="urn:microsoft.com/office/officeart/2005/8/layout/default"/>
    <dgm:cxn modelId="{611130D3-CDDB-4F99-A3BC-9CB13C4079AD}" srcId="{0445BF3F-79B4-4A4E-9246-F4678A4DFAB3}" destId="{707603D0-E8CC-4CA8-A43D-531EDBC9FC74}" srcOrd="1" destOrd="0" parTransId="{D844B5AD-3974-4BBB-80A8-1CFECBFBD282}" sibTransId="{0CADB7B1-4957-441B-B862-A658AFF89852}"/>
    <dgm:cxn modelId="{86804AD2-944F-44D3-8D24-6857D6710906}" type="presParOf" srcId="{1A69D582-9F3E-4751-AC30-C66FC1F3A903}" destId="{86D48CC6-FECA-45E7-96BC-2A290BB83482}" srcOrd="0" destOrd="0" presId="urn:microsoft.com/office/officeart/2005/8/layout/default"/>
    <dgm:cxn modelId="{3DC657FC-A821-4A05-B7BC-DF4138CCE84F}" type="presParOf" srcId="{1A69D582-9F3E-4751-AC30-C66FC1F3A903}" destId="{934ABFC4-1D5A-4B8D-8827-1040025DC0AC}" srcOrd="1" destOrd="0" presId="urn:microsoft.com/office/officeart/2005/8/layout/default"/>
    <dgm:cxn modelId="{C31E2E60-E20D-4DA2-A20B-84575D28C6FA}" type="presParOf" srcId="{1A69D582-9F3E-4751-AC30-C66FC1F3A903}" destId="{0DFCE20C-703D-4BFF-B027-F0FBEEF2C9D4}" srcOrd="2" destOrd="0" presId="urn:microsoft.com/office/officeart/2005/8/layout/default"/>
    <dgm:cxn modelId="{2BCAFB9B-9715-4F4F-AB9C-ED3C5881C85B}" type="presParOf" srcId="{1A69D582-9F3E-4751-AC30-C66FC1F3A903}" destId="{3CDB1E64-6E3E-432A-AA14-9BF500AD58C6}" srcOrd="3" destOrd="0" presId="urn:microsoft.com/office/officeart/2005/8/layout/default"/>
    <dgm:cxn modelId="{38576CB4-DF1C-4B77-9DE8-E253A8653029}" type="presParOf" srcId="{1A69D582-9F3E-4751-AC30-C66FC1F3A903}" destId="{AC4784CF-8061-417F-A43E-1386AB791E4D}" srcOrd="4" destOrd="0" presId="urn:microsoft.com/office/officeart/2005/8/layout/default"/>
    <dgm:cxn modelId="{19D82118-56BC-444B-B6AE-C6ED1C268F99}" type="presParOf" srcId="{1A69D582-9F3E-4751-AC30-C66FC1F3A903}" destId="{DD7DA117-A104-4E4E-A4D4-E08324158E13}" srcOrd="5" destOrd="0" presId="urn:microsoft.com/office/officeart/2005/8/layout/default"/>
    <dgm:cxn modelId="{2167E57A-7008-47FA-8A4B-9251303D2A64}" type="presParOf" srcId="{1A69D582-9F3E-4751-AC30-C66FC1F3A903}" destId="{24791DED-C271-4537-B2C7-E444D98425B6}" srcOrd="6" destOrd="0" presId="urn:microsoft.com/office/officeart/2005/8/layout/default"/>
    <dgm:cxn modelId="{B7EF017A-3038-4325-9C53-336889EFD294}" type="presParOf" srcId="{1A69D582-9F3E-4751-AC30-C66FC1F3A903}" destId="{AF7EFFFB-07AB-4BBA-9B82-C674144FF4FD}" srcOrd="7" destOrd="0" presId="urn:microsoft.com/office/officeart/2005/8/layout/default"/>
    <dgm:cxn modelId="{F684EE03-84BF-4C4D-B328-7F60EE6FF0B2}" type="presParOf" srcId="{1A69D582-9F3E-4751-AC30-C66FC1F3A903}" destId="{71F2F7BC-FEBB-4312-BF3C-B54716A3A0A7}" srcOrd="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1FB5FE0-4422-4217-8C43-5C42314F7AC7}"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1BE89D0B-4DA9-45C9-8199-C78BE351C268}">
      <dgm:prSet/>
      <dgm:spPr/>
      <dgm:t>
        <a:bodyPr/>
        <a:lstStyle/>
        <a:p>
          <a:pPr>
            <a:lnSpc>
              <a:spcPct val="100000"/>
            </a:lnSpc>
          </a:pPr>
          <a:r>
            <a:rPr lang="en-US" b="0" i="0"/>
            <a:t>Early SAR misuse</a:t>
          </a:r>
          <a:endParaRPr lang="en-US"/>
        </a:p>
      </dgm:t>
    </dgm:pt>
    <dgm:pt modelId="{309F0008-8209-4FD6-9A2C-4EFE08D86621}" type="parTrans" cxnId="{14E30F9B-5B13-4E6A-A647-852A989A2FB2}">
      <dgm:prSet/>
      <dgm:spPr/>
      <dgm:t>
        <a:bodyPr/>
        <a:lstStyle/>
        <a:p>
          <a:endParaRPr lang="en-US"/>
        </a:p>
      </dgm:t>
    </dgm:pt>
    <dgm:pt modelId="{D1A672BA-6BB5-4789-A17F-EEEB404B67E4}" type="sibTrans" cxnId="{14E30F9B-5B13-4E6A-A647-852A989A2FB2}">
      <dgm:prSet/>
      <dgm:spPr/>
      <dgm:t>
        <a:bodyPr/>
        <a:lstStyle/>
        <a:p>
          <a:pPr>
            <a:lnSpc>
              <a:spcPct val="100000"/>
            </a:lnSpc>
          </a:pPr>
          <a:endParaRPr lang="en-US"/>
        </a:p>
      </dgm:t>
    </dgm:pt>
    <dgm:pt modelId="{8232ABEA-40F7-4FD8-A409-60241F0E0F48}">
      <dgm:prSet/>
      <dgm:spPr/>
      <dgm:t>
        <a:bodyPr/>
        <a:lstStyle/>
        <a:p>
          <a:pPr>
            <a:lnSpc>
              <a:spcPct val="100000"/>
            </a:lnSpc>
          </a:pPr>
          <a:r>
            <a:rPr lang="en-US" b="0" i="0"/>
            <a:t>Unlawful surveillance</a:t>
          </a:r>
          <a:endParaRPr lang="en-US" dirty="0"/>
        </a:p>
      </dgm:t>
    </dgm:pt>
    <dgm:pt modelId="{AB9154BF-EF5D-42FB-AC00-FC1BC35FCD76}" type="parTrans" cxnId="{9A337053-02F1-4FFB-9305-AF428835F715}">
      <dgm:prSet/>
      <dgm:spPr/>
      <dgm:t>
        <a:bodyPr/>
        <a:lstStyle/>
        <a:p>
          <a:endParaRPr lang="en-US"/>
        </a:p>
      </dgm:t>
    </dgm:pt>
    <dgm:pt modelId="{8B649920-8A26-4E8D-8ED5-41E0D8FCCB7A}" type="sibTrans" cxnId="{9A337053-02F1-4FFB-9305-AF428835F715}">
      <dgm:prSet/>
      <dgm:spPr/>
      <dgm:t>
        <a:bodyPr/>
        <a:lstStyle/>
        <a:p>
          <a:pPr>
            <a:lnSpc>
              <a:spcPct val="100000"/>
            </a:lnSpc>
          </a:pPr>
          <a:endParaRPr lang="en-US"/>
        </a:p>
      </dgm:t>
    </dgm:pt>
    <dgm:pt modelId="{50EDF6C2-E616-43B4-84D3-987BB60530F6}">
      <dgm:prSet/>
      <dgm:spPr/>
      <dgm:t>
        <a:bodyPr/>
        <a:lstStyle/>
        <a:p>
          <a:pPr>
            <a:lnSpc>
              <a:spcPct val="100000"/>
            </a:lnSpc>
          </a:pPr>
          <a:r>
            <a:rPr lang="en-US" dirty="0"/>
            <a:t>Importance of accountability</a:t>
          </a:r>
        </a:p>
      </dgm:t>
    </dgm:pt>
    <dgm:pt modelId="{271D876E-24B2-4A03-83A9-EEA36A115A2B}" type="parTrans" cxnId="{24C32E9C-1DB8-4ABE-AE7E-E9B19CAA2733}">
      <dgm:prSet/>
      <dgm:spPr/>
      <dgm:t>
        <a:bodyPr/>
        <a:lstStyle/>
        <a:p>
          <a:endParaRPr lang="en-US"/>
        </a:p>
      </dgm:t>
    </dgm:pt>
    <dgm:pt modelId="{66D2910A-1596-451F-B7DE-3D29B658118E}" type="sibTrans" cxnId="{24C32E9C-1DB8-4ABE-AE7E-E9B19CAA2733}">
      <dgm:prSet/>
      <dgm:spPr/>
      <dgm:t>
        <a:bodyPr/>
        <a:lstStyle/>
        <a:p>
          <a:endParaRPr lang="en-US"/>
        </a:p>
      </dgm:t>
    </dgm:pt>
    <dgm:pt modelId="{A0B3DAA0-A0AC-45E7-9A0B-F414E9B5EE03}" type="pres">
      <dgm:prSet presAssocID="{81FB5FE0-4422-4217-8C43-5C42314F7AC7}" presName="root" presStyleCnt="0">
        <dgm:presLayoutVars>
          <dgm:dir/>
          <dgm:resizeHandles val="exact"/>
        </dgm:presLayoutVars>
      </dgm:prSet>
      <dgm:spPr/>
    </dgm:pt>
    <dgm:pt modelId="{D786D4D0-EBB2-4D44-8BD5-A7DC2F73AF88}" type="pres">
      <dgm:prSet presAssocID="{81FB5FE0-4422-4217-8C43-5C42314F7AC7}" presName="container" presStyleCnt="0">
        <dgm:presLayoutVars>
          <dgm:dir/>
          <dgm:resizeHandles val="exact"/>
        </dgm:presLayoutVars>
      </dgm:prSet>
      <dgm:spPr/>
    </dgm:pt>
    <dgm:pt modelId="{A84A3642-4FEC-4804-A8A1-963326BFA730}" type="pres">
      <dgm:prSet presAssocID="{1BE89D0B-4DA9-45C9-8199-C78BE351C268}" presName="compNode" presStyleCnt="0"/>
      <dgm:spPr/>
    </dgm:pt>
    <dgm:pt modelId="{821FE7BB-7E3D-4625-8935-D784A4B7EBD3}" type="pres">
      <dgm:prSet presAssocID="{1BE89D0B-4DA9-45C9-8199-C78BE351C268}" presName="iconBgRect" presStyleLbl="bgShp" presStyleIdx="0" presStyleCnt="3"/>
      <dgm:spPr/>
    </dgm:pt>
    <dgm:pt modelId="{721123B5-090E-4F88-B926-C76B4D68B25B}" type="pres">
      <dgm:prSet presAssocID="{1BE89D0B-4DA9-45C9-8199-C78BE351C26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A96B37E0-54DF-4266-BB67-55E80CB4895F}" type="pres">
      <dgm:prSet presAssocID="{1BE89D0B-4DA9-45C9-8199-C78BE351C268}" presName="spaceRect" presStyleCnt="0"/>
      <dgm:spPr/>
    </dgm:pt>
    <dgm:pt modelId="{BE0DC4C2-EEDB-4DD4-AB48-33CE86B43DFF}" type="pres">
      <dgm:prSet presAssocID="{1BE89D0B-4DA9-45C9-8199-C78BE351C268}" presName="textRect" presStyleLbl="revTx" presStyleIdx="0" presStyleCnt="3">
        <dgm:presLayoutVars>
          <dgm:chMax val="1"/>
          <dgm:chPref val="1"/>
        </dgm:presLayoutVars>
      </dgm:prSet>
      <dgm:spPr/>
    </dgm:pt>
    <dgm:pt modelId="{6684F186-A601-4B18-94F9-3B7992CDAC49}" type="pres">
      <dgm:prSet presAssocID="{D1A672BA-6BB5-4789-A17F-EEEB404B67E4}" presName="sibTrans" presStyleLbl="sibTrans2D1" presStyleIdx="0" presStyleCnt="0"/>
      <dgm:spPr/>
    </dgm:pt>
    <dgm:pt modelId="{AFE26E53-2979-4216-B1B1-17A5A536CACE}" type="pres">
      <dgm:prSet presAssocID="{8232ABEA-40F7-4FD8-A409-60241F0E0F48}" presName="compNode" presStyleCnt="0"/>
      <dgm:spPr/>
    </dgm:pt>
    <dgm:pt modelId="{FB2E6EFE-9F36-4954-8EE5-E22BEDBEE7AC}" type="pres">
      <dgm:prSet presAssocID="{8232ABEA-40F7-4FD8-A409-60241F0E0F48}" presName="iconBgRect" presStyleLbl="bgShp" presStyleIdx="1" presStyleCnt="3"/>
      <dgm:spPr/>
    </dgm:pt>
    <dgm:pt modelId="{403A0E85-2FA5-4FD9-958F-0C39F56295E3}" type="pres">
      <dgm:prSet presAssocID="{8232ABEA-40F7-4FD8-A409-60241F0E0F4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curity Camera"/>
        </a:ext>
      </dgm:extLst>
    </dgm:pt>
    <dgm:pt modelId="{EB060C74-3EC2-4237-9F4E-D09AFD7ED0DC}" type="pres">
      <dgm:prSet presAssocID="{8232ABEA-40F7-4FD8-A409-60241F0E0F48}" presName="spaceRect" presStyleCnt="0"/>
      <dgm:spPr/>
    </dgm:pt>
    <dgm:pt modelId="{A71B4837-E89F-4579-B4D4-BDA566A34C4F}" type="pres">
      <dgm:prSet presAssocID="{8232ABEA-40F7-4FD8-A409-60241F0E0F48}" presName="textRect" presStyleLbl="revTx" presStyleIdx="1" presStyleCnt="3">
        <dgm:presLayoutVars>
          <dgm:chMax val="1"/>
          <dgm:chPref val="1"/>
        </dgm:presLayoutVars>
      </dgm:prSet>
      <dgm:spPr/>
    </dgm:pt>
    <dgm:pt modelId="{33A8389A-B23D-4CBE-9693-6808D67774E8}" type="pres">
      <dgm:prSet presAssocID="{8B649920-8A26-4E8D-8ED5-41E0D8FCCB7A}" presName="sibTrans" presStyleLbl="sibTrans2D1" presStyleIdx="0" presStyleCnt="0"/>
      <dgm:spPr/>
    </dgm:pt>
    <dgm:pt modelId="{85B970DB-2AA9-4B1E-9F21-371DA2B37B0E}" type="pres">
      <dgm:prSet presAssocID="{50EDF6C2-E616-43B4-84D3-987BB60530F6}" presName="compNode" presStyleCnt="0"/>
      <dgm:spPr/>
    </dgm:pt>
    <dgm:pt modelId="{E8150DE0-3F00-4825-9AD4-3B3DF71C34FB}" type="pres">
      <dgm:prSet presAssocID="{50EDF6C2-E616-43B4-84D3-987BB60530F6}" presName="iconBgRect" presStyleLbl="bgShp" presStyleIdx="2" presStyleCnt="3"/>
      <dgm:spPr/>
    </dgm:pt>
    <dgm:pt modelId="{93AE301B-8862-435D-959C-069A9F0A2F98}" type="pres">
      <dgm:prSet presAssocID="{50EDF6C2-E616-43B4-84D3-987BB60530F6}"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Right pointing backhand index with solid fill"/>
        </a:ext>
      </dgm:extLst>
    </dgm:pt>
    <dgm:pt modelId="{74BB303F-69E8-4F20-8AE4-E561E103E6C6}" type="pres">
      <dgm:prSet presAssocID="{50EDF6C2-E616-43B4-84D3-987BB60530F6}" presName="spaceRect" presStyleCnt="0"/>
      <dgm:spPr/>
    </dgm:pt>
    <dgm:pt modelId="{C1669557-45ED-4B32-9AAA-8153B6599909}" type="pres">
      <dgm:prSet presAssocID="{50EDF6C2-E616-43B4-84D3-987BB60530F6}" presName="textRect" presStyleLbl="revTx" presStyleIdx="2" presStyleCnt="3">
        <dgm:presLayoutVars>
          <dgm:chMax val="1"/>
          <dgm:chPref val="1"/>
        </dgm:presLayoutVars>
      </dgm:prSet>
      <dgm:spPr/>
    </dgm:pt>
  </dgm:ptLst>
  <dgm:cxnLst>
    <dgm:cxn modelId="{3789571D-74C5-45AA-9CEF-EB514E251E03}" type="presOf" srcId="{50EDF6C2-E616-43B4-84D3-987BB60530F6}" destId="{C1669557-45ED-4B32-9AAA-8153B6599909}" srcOrd="0" destOrd="0" presId="urn:microsoft.com/office/officeart/2018/2/layout/IconCircleList"/>
    <dgm:cxn modelId="{9A337053-02F1-4FFB-9305-AF428835F715}" srcId="{81FB5FE0-4422-4217-8C43-5C42314F7AC7}" destId="{8232ABEA-40F7-4FD8-A409-60241F0E0F48}" srcOrd="1" destOrd="0" parTransId="{AB9154BF-EF5D-42FB-AC00-FC1BC35FCD76}" sibTransId="{8B649920-8A26-4E8D-8ED5-41E0D8FCCB7A}"/>
    <dgm:cxn modelId="{DA5D4D94-B272-4B4C-AD3F-0957E9764773}" type="presOf" srcId="{D1A672BA-6BB5-4789-A17F-EEEB404B67E4}" destId="{6684F186-A601-4B18-94F9-3B7992CDAC49}" srcOrd="0" destOrd="0" presId="urn:microsoft.com/office/officeart/2018/2/layout/IconCircleList"/>
    <dgm:cxn modelId="{14E30F9B-5B13-4E6A-A647-852A989A2FB2}" srcId="{81FB5FE0-4422-4217-8C43-5C42314F7AC7}" destId="{1BE89D0B-4DA9-45C9-8199-C78BE351C268}" srcOrd="0" destOrd="0" parTransId="{309F0008-8209-4FD6-9A2C-4EFE08D86621}" sibTransId="{D1A672BA-6BB5-4789-A17F-EEEB404B67E4}"/>
    <dgm:cxn modelId="{24C32E9C-1DB8-4ABE-AE7E-E9B19CAA2733}" srcId="{81FB5FE0-4422-4217-8C43-5C42314F7AC7}" destId="{50EDF6C2-E616-43B4-84D3-987BB60530F6}" srcOrd="2" destOrd="0" parTransId="{271D876E-24B2-4A03-83A9-EEA36A115A2B}" sibTransId="{66D2910A-1596-451F-B7DE-3D29B658118E}"/>
    <dgm:cxn modelId="{6BD715CF-955E-4750-AE49-5B09EA48E6D0}" type="presOf" srcId="{8232ABEA-40F7-4FD8-A409-60241F0E0F48}" destId="{A71B4837-E89F-4579-B4D4-BDA566A34C4F}" srcOrd="0" destOrd="0" presId="urn:microsoft.com/office/officeart/2018/2/layout/IconCircleList"/>
    <dgm:cxn modelId="{7F836BDE-5036-4518-AC08-134AF7F144CD}" type="presOf" srcId="{81FB5FE0-4422-4217-8C43-5C42314F7AC7}" destId="{A0B3DAA0-A0AC-45E7-9A0B-F414E9B5EE03}" srcOrd="0" destOrd="0" presId="urn:microsoft.com/office/officeart/2018/2/layout/IconCircleList"/>
    <dgm:cxn modelId="{B2FBABE3-3683-4202-B685-55C01190FBB7}" type="presOf" srcId="{1BE89D0B-4DA9-45C9-8199-C78BE351C268}" destId="{BE0DC4C2-EEDB-4DD4-AB48-33CE86B43DFF}" srcOrd="0" destOrd="0" presId="urn:microsoft.com/office/officeart/2018/2/layout/IconCircleList"/>
    <dgm:cxn modelId="{733CF4F7-154D-4860-AAFC-086FC9B6F334}" type="presOf" srcId="{8B649920-8A26-4E8D-8ED5-41E0D8FCCB7A}" destId="{33A8389A-B23D-4CBE-9693-6808D67774E8}" srcOrd="0" destOrd="0" presId="urn:microsoft.com/office/officeart/2018/2/layout/IconCircleList"/>
    <dgm:cxn modelId="{B88DE6E0-E1B7-46B9-9D3D-2602C0A2F2CB}" type="presParOf" srcId="{A0B3DAA0-A0AC-45E7-9A0B-F414E9B5EE03}" destId="{D786D4D0-EBB2-4D44-8BD5-A7DC2F73AF88}" srcOrd="0" destOrd="0" presId="urn:microsoft.com/office/officeart/2018/2/layout/IconCircleList"/>
    <dgm:cxn modelId="{C2C93F8C-52F2-43B6-A952-FF8D901D591D}" type="presParOf" srcId="{D786D4D0-EBB2-4D44-8BD5-A7DC2F73AF88}" destId="{A84A3642-4FEC-4804-A8A1-963326BFA730}" srcOrd="0" destOrd="0" presId="urn:microsoft.com/office/officeart/2018/2/layout/IconCircleList"/>
    <dgm:cxn modelId="{25A8C99C-E626-4535-B61E-FCD9DE432490}" type="presParOf" srcId="{A84A3642-4FEC-4804-A8A1-963326BFA730}" destId="{821FE7BB-7E3D-4625-8935-D784A4B7EBD3}" srcOrd="0" destOrd="0" presId="urn:microsoft.com/office/officeart/2018/2/layout/IconCircleList"/>
    <dgm:cxn modelId="{5F571173-AE79-41D1-A240-EA9D72622378}" type="presParOf" srcId="{A84A3642-4FEC-4804-A8A1-963326BFA730}" destId="{721123B5-090E-4F88-B926-C76B4D68B25B}" srcOrd="1" destOrd="0" presId="urn:microsoft.com/office/officeart/2018/2/layout/IconCircleList"/>
    <dgm:cxn modelId="{84A5A70D-5DA9-410A-A0E4-05FB10802E01}" type="presParOf" srcId="{A84A3642-4FEC-4804-A8A1-963326BFA730}" destId="{A96B37E0-54DF-4266-BB67-55E80CB4895F}" srcOrd="2" destOrd="0" presId="urn:microsoft.com/office/officeart/2018/2/layout/IconCircleList"/>
    <dgm:cxn modelId="{B1FE4C77-7F29-4EED-BFE6-593F14E612D1}" type="presParOf" srcId="{A84A3642-4FEC-4804-A8A1-963326BFA730}" destId="{BE0DC4C2-EEDB-4DD4-AB48-33CE86B43DFF}" srcOrd="3" destOrd="0" presId="urn:microsoft.com/office/officeart/2018/2/layout/IconCircleList"/>
    <dgm:cxn modelId="{8805DE9F-9E25-4275-80AF-FFCAB1E9A2AC}" type="presParOf" srcId="{D786D4D0-EBB2-4D44-8BD5-A7DC2F73AF88}" destId="{6684F186-A601-4B18-94F9-3B7992CDAC49}" srcOrd="1" destOrd="0" presId="urn:microsoft.com/office/officeart/2018/2/layout/IconCircleList"/>
    <dgm:cxn modelId="{D55956B0-6FF5-4377-9AB5-04DB528D7304}" type="presParOf" srcId="{D786D4D0-EBB2-4D44-8BD5-A7DC2F73AF88}" destId="{AFE26E53-2979-4216-B1B1-17A5A536CACE}" srcOrd="2" destOrd="0" presId="urn:microsoft.com/office/officeart/2018/2/layout/IconCircleList"/>
    <dgm:cxn modelId="{DA447A52-277E-42D2-A3F9-9E85E8941AE4}" type="presParOf" srcId="{AFE26E53-2979-4216-B1B1-17A5A536CACE}" destId="{FB2E6EFE-9F36-4954-8EE5-E22BEDBEE7AC}" srcOrd="0" destOrd="0" presId="urn:microsoft.com/office/officeart/2018/2/layout/IconCircleList"/>
    <dgm:cxn modelId="{D8A46F10-1236-4667-B263-EC314A80C1BA}" type="presParOf" srcId="{AFE26E53-2979-4216-B1B1-17A5A536CACE}" destId="{403A0E85-2FA5-4FD9-958F-0C39F56295E3}" srcOrd="1" destOrd="0" presId="urn:microsoft.com/office/officeart/2018/2/layout/IconCircleList"/>
    <dgm:cxn modelId="{D2C798C6-35D8-4F3C-BD02-50ED0C5F77AF}" type="presParOf" srcId="{AFE26E53-2979-4216-B1B1-17A5A536CACE}" destId="{EB060C74-3EC2-4237-9F4E-D09AFD7ED0DC}" srcOrd="2" destOrd="0" presId="urn:microsoft.com/office/officeart/2018/2/layout/IconCircleList"/>
    <dgm:cxn modelId="{ECAD4D4C-37DC-47AE-9024-FEE138928B6B}" type="presParOf" srcId="{AFE26E53-2979-4216-B1B1-17A5A536CACE}" destId="{A71B4837-E89F-4579-B4D4-BDA566A34C4F}" srcOrd="3" destOrd="0" presId="urn:microsoft.com/office/officeart/2018/2/layout/IconCircleList"/>
    <dgm:cxn modelId="{D3C0F9D3-F36A-448B-8FDD-287DB00BE767}" type="presParOf" srcId="{D786D4D0-EBB2-4D44-8BD5-A7DC2F73AF88}" destId="{33A8389A-B23D-4CBE-9693-6808D67774E8}" srcOrd="3" destOrd="0" presId="urn:microsoft.com/office/officeart/2018/2/layout/IconCircleList"/>
    <dgm:cxn modelId="{E546D770-C922-4AE3-9B95-25D7AA108FC3}" type="presParOf" srcId="{D786D4D0-EBB2-4D44-8BD5-A7DC2F73AF88}" destId="{85B970DB-2AA9-4B1E-9F21-371DA2B37B0E}" srcOrd="4" destOrd="0" presId="urn:microsoft.com/office/officeart/2018/2/layout/IconCircleList"/>
    <dgm:cxn modelId="{C4CEE750-A303-41EE-ACBD-1B4847BB152E}" type="presParOf" srcId="{85B970DB-2AA9-4B1E-9F21-371DA2B37B0E}" destId="{E8150DE0-3F00-4825-9AD4-3B3DF71C34FB}" srcOrd="0" destOrd="0" presId="urn:microsoft.com/office/officeart/2018/2/layout/IconCircleList"/>
    <dgm:cxn modelId="{E2B00500-CC6F-4B21-A39C-2224E3BCDFE0}" type="presParOf" srcId="{85B970DB-2AA9-4B1E-9F21-371DA2B37B0E}" destId="{93AE301B-8862-435D-959C-069A9F0A2F98}" srcOrd="1" destOrd="0" presId="urn:microsoft.com/office/officeart/2018/2/layout/IconCircleList"/>
    <dgm:cxn modelId="{0BEAD6A1-B7C4-44D5-BAE4-02F791EE4806}" type="presParOf" srcId="{85B970DB-2AA9-4B1E-9F21-371DA2B37B0E}" destId="{74BB303F-69E8-4F20-8AE4-E561E103E6C6}" srcOrd="2" destOrd="0" presId="urn:microsoft.com/office/officeart/2018/2/layout/IconCircleList"/>
    <dgm:cxn modelId="{86634BDA-BD5F-4AC9-9E0F-8101D92E06E7}" type="presParOf" srcId="{85B970DB-2AA9-4B1E-9F21-371DA2B37B0E}" destId="{C1669557-45ED-4B32-9AAA-8153B659990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5BA230-368A-4AF4-B979-C9F478F06D66}">
      <dsp:nvSpPr>
        <dsp:cNvPr id="0" name=""/>
        <dsp:cNvSpPr/>
      </dsp:nvSpPr>
      <dsp:spPr>
        <a:xfrm>
          <a:off x="0" y="2232"/>
          <a:ext cx="4872038" cy="0"/>
        </a:xfrm>
        <a:prstGeom prst="lin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3A46F2DC-BEE7-438D-BE62-BDC3F3DFD33C}">
      <dsp:nvSpPr>
        <dsp:cNvPr id="0" name=""/>
        <dsp:cNvSpPr/>
      </dsp:nvSpPr>
      <dsp:spPr>
        <a:xfrm>
          <a:off x="0" y="2232"/>
          <a:ext cx="487203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Tyler Vander Mooren</a:t>
          </a:r>
        </a:p>
      </dsp:txBody>
      <dsp:txXfrm>
        <a:off x="0" y="2232"/>
        <a:ext cx="4872038" cy="1522511"/>
      </dsp:txXfrm>
    </dsp:sp>
    <dsp:sp modelId="{27615406-C2D5-4554-8508-F926B9C0003F}">
      <dsp:nvSpPr>
        <dsp:cNvPr id="0" name=""/>
        <dsp:cNvSpPr/>
      </dsp:nvSpPr>
      <dsp:spPr>
        <a:xfrm>
          <a:off x="0" y="1524744"/>
          <a:ext cx="4872038" cy="0"/>
        </a:xfrm>
        <a:prstGeom prst="line">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w="9525" cap="rnd" cmpd="sng" algn="ctr">
          <a:solidFill>
            <a:schemeClr val="accent2">
              <a:hueOff val="677407"/>
              <a:satOff val="-3316"/>
              <a:lumOff val="1862"/>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CD346714-2F0F-4F29-9972-7E807C839725}">
      <dsp:nvSpPr>
        <dsp:cNvPr id="0" name=""/>
        <dsp:cNvSpPr/>
      </dsp:nvSpPr>
      <dsp:spPr>
        <a:xfrm>
          <a:off x="0" y="1524744"/>
          <a:ext cx="487203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INT 315 Intelligence Collection, Analysis and Technology</a:t>
          </a:r>
        </a:p>
      </dsp:txBody>
      <dsp:txXfrm>
        <a:off x="0" y="1524744"/>
        <a:ext cx="4872038" cy="1522511"/>
      </dsp:txXfrm>
    </dsp:sp>
    <dsp:sp modelId="{9E0A5511-C0C8-4887-87C3-15929CAEA972}">
      <dsp:nvSpPr>
        <dsp:cNvPr id="0" name=""/>
        <dsp:cNvSpPr/>
      </dsp:nvSpPr>
      <dsp:spPr>
        <a:xfrm>
          <a:off x="0" y="3047255"/>
          <a:ext cx="4872038" cy="0"/>
        </a:xfrm>
        <a:prstGeom prst="line">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w="9525" cap="rnd" cmpd="sng" algn="ctr">
          <a:solidFill>
            <a:schemeClr val="accent2">
              <a:hueOff val="1354814"/>
              <a:satOff val="-6632"/>
              <a:lumOff val="3725"/>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AB2DB556-79C3-4AB6-A69C-D16F304C270C}">
      <dsp:nvSpPr>
        <dsp:cNvPr id="0" name=""/>
        <dsp:cNvSpPr/>
      </dsp:nvSpPr>
      <dsp:spPr>
        <a:xfrm>
          <a:off x="0" y="3047255"/>
          <a:ext cx="4872038"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5/1/2025</a:t>
          </a:r>
        </a:p>
      </dsp:txBody>
      <dsp:txXfrm>
        <a:off x="0" y="3047255"/>
        <a:ext cx="4872038" cy="15225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506339-42C0-486F-9037-675193F0A1BD}">
      <dsp:nvSpPr>
        <dsp:cNvPr id="0" name=""/>
        <dsp:cNvSpPr/>
      </dsp:nvSpPr>
      <dsp:spPr>
        <a:xfrm>
          <a:off x="6399721" y="718765"/>
          <a:ext cx="1078798" cy="10787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60C05E7-8931-4910-BFD3-67FC4A083444}">
      <dsp:nvSpPr>
        <dsp:cNvPr id="0" name=""/>
        <dsp:cNvSpPr/>
      </dsp:nvSpPr>
      <dsp:spPr>
        <a:xfrm>
          <a:off x="70234" y="2040315"/>
          <a:ext cx="23973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b="0" i="0" kern="1200"/>
            <a:t>Intelligence protects society.</a:t>
          </a:r>
          <a:endParaRPr lang="en-US" sz="2100" kern="1200"/>
        </a:p>
      </dsp:txBody>
      <dsp:txXfrm>
        <a:off x="70234" y="2040315"/>
        <a:ext cx="2397330" cy="720000"/>
      </dsp:txXfrm>
    </dsp:sp>
    <dsp:sp modelId="{B9A1CD6A-8AF5-43E0-A6F8-60AFD8F98959}">
      <dsp:nvSpPr>
        <dsp:cNvPr id="0" name=""/>
        <dsp:cNvSpPr/>
      </dsp:nvSpPr>
      <dsp:spPr>
        <a:xfrm>
          <a:off x="3469554" y="639506"/>
          <a:ext cx="1078798" cy="10787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36F05F-9DD7-4818-802B-62869F0EEB3F}">
      <dsp:nvSpPr>
        <dsp:cNvPr id="0" name=""/>
        <dsp:cNvSpPr/>
      </dsp:nvSpPr>
      <dsp:spPr>
        <a:xfrm>
          <a:off x="2886643" y="2081413"/>
          <a:ext cx="23973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b="0" i="0" kern="1200" dirty="0"/>
            <a:t>Civil rights protect individuals.</a:t>
          </a:r>
          <a:endParaRPr lang="en-US" sz="2100" kern="1200" dirty="0"/>
        </a:p>
      </dsp:txBody>
      <dsp:txXfrm>
        <a:off x="2886643" y="2081413"/>
        <a:ext cx="2397330" cy="720000"/>
      </dsp:txXfrm>
    </dsp:sp>
    <dsp:sp modelId="{278A558A-EEE4-4976-941F-10A1B37E2432}">
      <dsp:nvSpPr>
        <dsp:cNvPr id="0" name=""/>
        <dsp:cNvSpPr/>
      </dsp:nvSpPr>
      <dsp:spPr>
        <a:xfrm>
          <a:off x="702166" y="715874"/>
          <a:ext cx="1078798" cy="10787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C543322-A947-4E26-BD0E-D1F7E97AD726}">
      <dsp:nvSpPr>
        <dsp:cNvPr id="0" name=""/>
        <dsp:cNvSpPr/>
      </dsp:nvSpPr>
      <dsp:spPr>
        <a:xfrm>
          <a:off x="5703962" y="2040315"/>
          <a:ext cx="239733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b="0" i="0" kern="1200"/>
            <a:t>Balance is crucial to democracy.</a:t>
          </a:r>
          <a:endParaRPr lang="en-US" sz="2100" kern="1200"/>
        </a:p>
      </dsp:txBody>
      <dsp:txXfrm>
        <a:off x="5703962" y="2040315"/>
        <a:ext cx="239733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9FA4ED-F119-4D04-AE44-F9F27BAF4D4A}">
      <dsp:nvSpPr>
        <dsp:cNvPr id="0" name=""/>
        <dsp:cNvSpPr/>
      </dsp:nvSpPr>
      <dsp:spPr>
        <a:xfrm>
          <a:off x="0" y="512"/>
          <a:ext cx="6711654" cy="11984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67E6A4-A3D1-4954-959B-6FF331D43531}">
      <dsp:nvSpPr>
        <dsp:cNvPr id="0" name=""/>
        <dsp:cNvSpPr/>
      </dsp:nvSpPr>
      <dsp:spPr>
        <a:xfrm>
          <a:off x="362520" y="270155"/>
          <a:ext cx="659128" cy="6591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6A6C6D-9DD1-4886-99D4-01A4D6299635}">
      <dsp:nvSpPr>
        <dsp:cNvPr id="0" name=""/>
        <dsp:cNvSpPr/>
      </dsp:nvSpPr>
      <dsp:spPr>
        <a:xfrm>
          <a:off x="1384170" y="512"/>
          <a:ext cx="5327483" cy="1198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32" tIns="126832" rIns="126832" bIns="126832" numCol="1" spcCol="1270" anchor="ctr" anchorCtr="0">
          <a:noAutofit/>
        </a:bodyPr>
        <a:lstStyle/>
        <a:p>
          <a:pPr marL="0" lvl="0" indent="0" algn="l" defTabSz="1111250">
            <a:lnSpc>
              <a:spcPct val="100000"/>
            </a:lnSpc>
            <a:spcBef>
              <a:spcPct val="0"/>
            </a:spcBef>
            <a:spcAft>
              <a:spcPct val="35000"/>
            </a:spcAft>
            <a:buNone/>
          </a:pPr>
          <a:r>
            <a:rPr lang="en-US" sz="2500" b="0" i="0" kern="1200"/>
            <a:t>Intelligence</a:t>
          </a:r>
          <a:endParaRPr lang="en-US" sz="2500" kern="1200"/>
        </a:p>
      </dsp:txBody>
      <dsp:txXfrm>
        <a:off x="1384170" y="512"/>
        <a:ext cx="5327483" cy="1198416"/>
      </dsp:txXfrm>
    </dsp:sp>
    <dsp:sp modelId="{77D2453C-6F58-4B16-B4D7-23E1763A6B28}">
      <dsp:nvSpPr>
        <dsp:cNvPr id="0" name=""/>
        <dsp:cNvSpPr/>
      </dsp:nvSpPr>
      <dsp:spPr>
        <a:xfrm>
          <a:off x="0" y="1498532"/>
          <a:ext cx="6711654" cy="11984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EEDC09-EFE0-47C1-8F2E-2592F21E2CA4}">
      <dsp:nvSpPr>
        <dsp:cNvPr id="0" name=""/>
        <dsp:cNvSpPr/>
      </dsp:nvSpPr>
      <dsp:spPr>
        <a:xfrm>
          <a:off x="362520" y="1768176"/>
          <a:ext cx="659128" cy="6591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2B97B69-5856-45E2-8106-A895B5ED2ED3}">
      <dsp:nvSpPr>
        <dsp:cNvPr id="0" name=""/>
        <dsp:cNvSpPr/>
      </dsp:nvSpPr>
      <dsp:spPr>
        <a:xfrm>
          <a:off x="1384170" y="1498532"/>
          <a:ext cx="5327483" cy="1198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32" tIns="126832" rIns="126832" bIns="126832" numCol="1" spcCol="1270" anchor="ctr" anchorCtr="0">
          <a:noAutofit/>
        </a:bodyPr>
        <a:lstStyle/>
        <a:p>
          <a:pPr marL="0" lvl="0" indent="0" algn="l" defTabSz="1111250">
            <a:lnSpc>
              <a:spcPct val="100000"/>
            </a:lnSpc>
            <a:spcBef>
              <a:spcPct val="0"/>
            </a:spcBef>
            <a:spcAft>
              <a:spcPct val="35000"/>
            </a:spcAft>
            <a:buNone/>
          </a:pPr>
          <a:r>
            <a:rPr lang="en-US" sz="2500" b="0" i="0" kern="1200"/>
            <a:t>Privacy</a:t>
          </a:r>
          <a:endParaRPr lang="en-US" sz="2500" kern="1200"/>
        </a:p>
      </dsp:txBody>
      <dsp:txXfrm>
        <a:off x="1384170" y="1498532"/>
        <a:ext cx="5327483" cy="1198416"/>
      </dsp:txXfrm>
    </dsp:sp>
    <dsp:sp modelId="{CE11B106-985F-4301-B4B8-E14D31183206}">
      <dsp:nvSpPr>
        <dsp:cNvPr id="0" name=""/>
        <dsp:cNvSpPr/>
      </dsp:nvSpPr>
      <dsp:spPr>
        <a:xfrm>
          <a:off x="0" y="2996552"/>
          <a:ext cx="6711654" cy="11984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1AD46B-6447-4723-A454-A62098DA8FBA}">
      <dsp:nvSpPr>
        <dsp:cNvPr id="0" name=""/>
        <dsp:cNvSpPr/>
      </dsp:nvSpPr>
      <dsp:spPr>
        <a:xfrm>
          <a:off x="362520" y="3266196"/>
          <a:ext cx="659128" cy="6591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340804-77BA-4177-8339-552F7B67C401}">
      <dsp:nvSpPr>
        <dsp:cNvPr id="0" name=""/>
        <dsp:cNvSpPr/>
      </dsp:nvSpPr>
      <dsp:spPr>
        <a:xfrm>
          <a:off x="1384170" y="2996552"/>
          <a:ext cx="5327483" cy="11984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832" tIns="126832" rIns="126832" bIns="126832" numCol="1" spcCol="1270" anchor="ctr" anchorCtr="0">
          <a:noAutofit/>
        </a:bodyPr>
        <a:lstStyle/>
        <a:p>
          <a:pPr marL="0" lvl="0" indent="0" algn="l" defTabSz="1111250">
            <a:lnSpc>
              <a:spcPct val="100000"/>
            </a:lnSpc>
            <a:spcBef>
              <a:spcPct val="0"/>
            </a:spcBef>
            <a:spcAft>
              <a:spcPct val="35000"/>
            </a:spcAft>
            <a:buNone/>
          </a:pPr>
          <a:r>
            <a:rPr lang="en-US" sz="2500" b="0" i="0" kern="1200"/>
            <a:t>Civil Rights vs. Civil Liberties</a:t>
          </a:r>
          <a:endParaRPr lang="en-US" sz="2500" kern="1200"/>
        </a:p>
      </dsp:txBody>
      <dsp:txXfrm>
        <a:off x="1384170" y="2996552"/>
        <a:ext cx="5327483" cy="11984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FC493-9C2E-4802-8E59-2D4B3113EE6E}">
      <dsp:nvSpPr>
        <dsp:cNvPr id="0" name=""/>
        <dsp:cNvSpPr/>
      </dsp:nvSpPr>
      <dsp:spPr>
        <a:xfrm>
          <a:off x="0" y="72119"/>
          <a:ext cx="4211240" cy="599625"/>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Information Quality</a:t>
          </a:r>
          <a:endParaRPr lang="en-US" sz="2500" kern="1200" dirty="0"/>
        </a:p>
      </dsp:txBody>
      <dsp:txXfrm>
        <a:off x="29271" y="101390"/>
        <a:ext cx="4152698" cy="541083"/>
      </dsp:txXfrm>
    </dsp:sp>
    <dsp:sp modelId="{2E490F80-E5F5-4117-8912-8B16D5D6444B}">
      <dsp:nvSpPr>
        <dsp:cNvPr id="0" name=""/>
        <dsp:cNvSpPr/>
      </dsp:nvSpPr>
      <dsp:spPr>
        <a:xfrm>
          <a:off x="0" y="743744"/>
          <a:ext cx="4211240" cy="599625"/>
        </a:xfrm>
        <a:prstGeom prst="roundRect">
          <a:avLst/>
        </a:prstGeom>
        <a:solidFill>
          <a:schemeClr val="accent2">
            <a:hueOff val="225802"/>
            <a:satOff val="-1105"/>
            <a:lumOff val="62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Data Minimization</a:t>
          </a:r>
          <a:endParaRPr lang="en-US" sz="2500" kern="1200" dirty="0"/>
        </a:p>
      </dsp:txBody>
      <dsp:txXfrm>
        <a:off x="29271" y="773015"/>
        <a:ext cx="4152698" cy="541083"/>
      </dsp:txXfrm>
    </dsp:sp>
    <dsp:sp modelId="{BDF96A50-2C06-4909-A231-7E00A79C0B38}">
      <dsp:nvSpPr>
        <dsp:cNvPr id="0" name=""/>
        <dsp:cNvSpPr/>
      </dsp:nvSpPr>
      <dsp:spPr>
        <a:xfrm>
          <a:off x="0" y="1415369"/>
          <a:ext cx="4211240" cy="599625"/>
        </a:xfrm>
        <a:prstGeom prst="roundRect">
          <a:avLst/>
        </a:prstGeom>
        <a:solidFill>
          <a:schemeClr val="accent2">
            <a:hueOff val="451605"/>
            <a:satOff val="-2211"/>
            <a:lumOff val="124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Purpose Specification</a:t>
          </a:r>
          <a:endParaRPr lang="en-US" sz="2500" kern="1200" dirty="0"/>
        </a:p>
      </dsp:txBody>
      <dsp:txXfrm>
        <a:off x="29271" y="1444640"/>
        <a:ext cx="4152698" cy="541083"/>
      </dsp:txXfrm>
    </dsp:sp>
    <dsp:sp modelId="{5A656590-1D22-4449-9ADD-DC000C75ED2F}">
      <dsp:nvSpPr>
        <dsp:cNvPr id="0" name=""/>
        <dsp:cNvSpPr/>
      </dsp:nvSpPr>
      <dsp:spPr>
        <a:xfrm>
          <a:off x="0" y="2086994"/>
          <a:ext cx="4211240" cy="599625"/>
        </a:xfrm>
        <a:prstGeom prst="roundRect">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Security Safeguards</a:t>
          </a:r>
          <a:endParaRPr lang="en-US" sz="2500" kern="1200" dirty="0"/>
        </a:p>
      </dsp:txBody>
      <dsp:txXfrm>
        <a:off x="29271" y="2116265"/>
        <a:ext cx="4152698" cy="541083"/>
      </dsp:txXfrm>
    </dsp:sp>
    <dsp:sp modelId="{703B5A9A-8651-4F73-B07D-023C30427854}">
      <dsp:nvSpPr>
        <dsp:cNvPr id="0" name=""/>
        <dsp:cNvSpPr/>
      </dsp:nvSpPr>
      <dsp:spPr>
        <a:xfrm>
          <a:off x="0" y="2758619"/>
          <a:ext cx="4211240" cy="599625"/>
        </a:xfrm>
        <a:prstGeom prst="roundRect">
          <a:avLst/>
        </a:prstGeom>
        <a:solidFill>
          <a:schemeClr val="accent2">
            <a:hueOff val="903209"/>
            <a:satOff val="-4421"/>
            <a:lumOff val="24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Accountability</a:t>
          </a:r>
          <a:endParaRPr lang="en-US" sz="2500" kern="1200" dirty="0"/>
        </a:p>
      </dsp:txBody>
      <dsp:txXfrm>
        <a:off x="29271" y="2787890"/>
        <a:ext cx="4152698" cy="541083"/>
      </dsp:txXfrm>
    </dsp:sp>
    <dsp:sp modelId="{06498D67-2803-4571-A02C-AA64484DC44E}">
      <dsp:nvSpPr>
        <dsp:cNvPr id="0" name=""/>
        <dsp:cNvSpPr/>
      </dsp:nvSpPr>
      <dsp:spPr>
        <a:xfrm>
          <a:off x="0" y="3430244"/>
          <a:ext cx="4211240" cy="599625"/>
        </a:xfrm>
        <a:prstGeom prst="roundRect">
          <a:avLst/>
        </a:prstGeom>
        <a:solidFill>
          <a:schemeClr val="accent2">
            <a:hueOff val="1129012"/>
            <a:satOff val="-5527"/>
            <a:lumOff val="310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Redress</a:t>
          </a:r>
        </a:p>
      </dsp:txBody>
      <dsp:txXfrm>
        <a:off x="29271" y="3459515"/>
        <a:ext cx="4152698" cy="541083"/>
      </dsp:txXfrm>
    </dsp:sp>
    <dsp:sp modelId="{86C5BA2C-6433-4D9B-AE68-0338B45D909B}">
      <dsp:nvSpPr>
        <dsp:cNvPr id="0" name=""/>
        <dsp:cNvSpPr/>
      </dsp:nvSpPr>
      <dsp:spPr>
        <a:xfrm>
          <a:off x="0" y="4101869"/>
          <a:ext cx="4211240" cy="599625"/>
        </a:xfrm>
        <a:prstGeom prst="roundRect">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Transparency</a:t>
          </a:r>
        </a:p>
      </dsp:txBody>
      <dsp:txXfrm>
        <a:off x="29271" y="4131140"/>
        <a:ext cx="4152698" cy="5410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6DDE9-BCBB-4972-B321-018155E3C3D4}">
      <dsp:nvSpPr>
        <dsp:cNvPr id="0" name=""/>
        <dsp:cNvSpPr/>
      </dsp:nvSpPr>
      <dsp:spPr>
        <a:xfrm>
          <a:off x="0" y="281186"/>
          <a:ext cx="4211240" cy="421124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F6910A-47EE-4C17-9B50-E93060577563}">
      <dsp:nvSpPr>
        <dsp:cNvPr id="0" name=""/>
        <dsp:cNvSpPr/>
      </dsp:nvSpPr>
      <dsp:spPr>
        <a:xfrm>
          <a:off x="400067" y="681254"/>
          <a:ext cx="1642383" cy="164238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Reasonable Suspicion Standard</a:t>
          </a:r>
          <a:endParaRPr lang="en-US" sz="1800" kern="1200"/>
        </a:p>
      </dsp:txBody>
      <dsp:txXfrm>
        <a:off x="480242" y="761429"/>
        <a:ext cx="1482033" cy="1482033"/>
      </dsp:txXfrm>
    </dsp:sp>
    <dsp:sp modelId="{CCF7451C-35BE-4110-B3AF-FDDA11361210}">
      <dsp:nvSpPr>
        <dsp:cNvPr id="0" name=""/>
        <dsp:cNvSpPr/>
      </dsp:nvSpPr>
      <dsp:spPr>
        <a:xfrm>
          <a:off x="2168788" y="681254"/>
          <a:ext cx="1642383" cy="1642383"/>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Limited Collection</a:t>
          </a:r>
          <a:endParaRPr lang="en-US" sz="1800" kern="1200"/>
        </a:p>
      </dsp:txBody>
      <dsp:txXfrm>
        <a:off x="2248963" y="761429"/>
        <a:ext cx="1482033" cy="1482033"/>
      </dsp:txXfrm>
    </dsp:sp>
    <dsp:sp modelId="{0D8525C5-E61A-4588-B164-270BA8EA3D27}">
      <dsp:nvSpPr>
        <dsp:cNvPr id="0" name=""/>
        <dsp:cNvSpPr/>
      </dsp:nvSpPr>
      <dsp:spPr>
        <a:xfrm>
          <a:off x="400067" y="2449975"/>
          <a:ext cx="1642383" cy="1642383"/>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Mandatory Review and Purge</a:t>
          </a:r>
          <a:endParaRPr lang="en-US" sz="1800" kern="1200"/>
        </a:p>
      </dsp:txBody>
      <dsp:txXfrm>
        <a:off x="480242" y="2530150"/>
        <a:ext cx="1482033" cy="1482033"/>
      </dsp:txXfrm>
    </dsp:sp>
    <dsp:sp modelId="{DF8B5270-87FA-4067-9EC7-7448A164F7BF}">
      <dsp:nvSpPr>
        <dsp:cNvPr id="0" name=""/>
        <dsp:cNvSpPr/>
      </dsp:nvSpPr>
      <dsp:spPr>
        <a:xfrm>
          <a:off x="2168788" y="2449975"/>
          <a:ext cx="1642383" cy="1642383"/>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Protect Civil Liberties</a:t>
          </a:r>
          <a:endParaRPr lang="en-US" sz="1800" kern="1200"/>
        </a:p>
      </dsp:txBody>
      <dsp:txXfrm>
        <a:off x="2248963" y="2530150"/>
        <a:ext cx="1482033" cy="14820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C35A8-FA98-4937-B08D-044AFD25F275}">
      <dsp:nvSpPr>
        <dsp:cNvPr id="0" name=""/>
        <dsp:cNvSpPr/>
      </dsp:nvSpPr>
      <dsp:spPr>
        <a:xfrm>
          <a:off x="860" y="909204"/>
          <a:ext cx="3022089" cy="191902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D21D0B-9E2F-4F35-9824-BC15C02F81A1}">
      <dsp:nvSpPr>
        <dsp:cNvPr id="0" name=""/>
        <dsp:cNvSpPr/>
      </dsp:nvSpPr>
      <dsp:spPr>
        <a:xfrm>
          <a:off x="336648" y="1228202"/>
          <a:ext cx="3022089" cy="191902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a:t>Protest Monitoring Example</a:t>
          </a:r>
          <a:endParaRPr lang="en-US" sz="2800" kern="1200"/>
        </a:p>
      </dsp:txBody>
      <dsp:txXfrm>
        <a:off x="392854" y="1284408"/>
        <a:ext cx="2909677" cy="1806614"/>
      </dsp:txXfrm>
    </dsp:sp>
    <dsp:sp modelId="{A7708F59-7244-434D-8F04-4C2934145C87}">
      <dsp:nvSpPr>
        <dsp:cNvPr id="0" name=""/>
        <dsp:cNvSpPr/>
      </dsp:nvSpPr>
      <dsp:spPr>
        <a:xfrm>
          <a:off x="3694525" y="909204"/>
          <a:ext cx="3022089" cy="191902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009F69-9811-4F9C-8179-C078F0BCFFA6}">
      <dsp:nvSpPr>
        <dsp:cNvPr id="0" name=""/>
        <dsp:cNvSpPr/>
      </dsp:nvSpPr>
      <dsp:spPr>
        <a:xfrm>
          <a:off x="4030313" y="1228202"/>
          <a:ext cx="3022089" cy="1919026"/>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dirty="0"/>
            <a:t>Criminal predicate vs protected activity</a:t>
          </a:r>
          <a:endParaRPr lang="en-US" sz="2800" kern="1200" dirty="0"/>
        </a:p>
      </dsp:txBody>
      <dsp:txXfrm>
        <a:off x="4086519" y="1284408"/>
        <a:ext cx="2909677" cy="180661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48CC6-FECA-45E7-96BC-2A290BB83482}">
      <dsp:nvSpPr>
        <dsp:cNvPr id="0" name=""/>
        <dsp:cNvSpPr/>
      </dsp:nvSpPr>
      <dsp:spPr>
        <a:xfrm>
          <a:off x="0" y="590658"/>
          <a:ext cx="2204145" cy="1322487"/>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t>Appointment of privacy officers</a:t>
          </a:r>
          <a:endParaRPr lang="en-US" sz="2400" kern="1200"/>
        </a:p>
      </dsp:txBody>
      <dsp:txXfrm>
        <a:off x="0" y="590658"/>
        <a:ext cx="2204145" cy="1322487"/>
      </dsp:txXfrm>
    </dsp:sp>
    <dsp:sp modelId="{0DFCE20C-703D-4BFF-B027-F0FBEEF2C9D4}">
      <dsp:nvSpPr>
        <dsp:cNvPr id="0" name=""/>
        <dsp:cNvSpPr/>
      </dsp:nvSpPr>
      <dsp:spPr>
        <a:xfrm>
          <a:off x="2424559" y="590658"/>
          <a:ext cx="2204145" cy="132248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t>Mandatory training</a:t>
          </a:r>
          <a:endParaRPr lang="en-US" sz="2400" kern="1200"/>
        </a:p>
      </dsp:txBody>
      <dsp:txXfrm>
        <a:off x="2424559" y="590658"/>
        <a:ext cx="2204145" cy="1322487"/>
      </dsp:txXfrm>
    </dsp:sp>
    <dsp:sp modelId="{AC4784CF-8061-417F-A43E-1386AB791E4D}">
      <dsp:nvSpPr>
        <dsp:cNvPr id="0" name=""/>
        <dsp:cNvSpPr/>
      </dsp:nvSpPr>
      <dsp:spPr>
        <a:xfrm>
          <a:off x="4849118" y="590658"/>
          <a:ext cx="2204145" cy="1322487"/>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a:t>NSISS guidelines implemented</a:t>
          </a:r>
          <a:endParaRPr lang="en-US" sz="2400" kern="1200"/>
        </a:p>
      </dsp:txBody>
      <dsp:txXfrm>
        <a:off x="4849118" y="590658"/>
        <a:ext cx="2204145" cy="1322487"/>
      </dsp:txXfrm>
    </dsp:sp>
    <dsp:sp modelId="{24791DED-C271-4537-B2C7-E444D98425B6}">
      <dsp:nvSpPr>
        <dsp:cNvPr id="0" name=""/>
        <dsp:cNvSpPr/>
      </dsp:nvSpPr>
      <dsp:spPr>
        <a:xfrm>
          <a:off x="1212279" y="2133560"/>
          <a:ext cx="2204145" cy="1322487"/>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Community Outreach</a:t>
          </a:r>
        </a:p>
      </dsp:txBody>
      <dsp:txXfrm>
        <a:off x="1212279" y="2133560"/>
        <a:ext cx="2204145" cy="1322487"/>
      </dsp:txXfrm>
    </dsp:sp>
    <dsp:sp modelId="{71F2F7BC-FEBB-4312-BF3C-B54716A3A0A7}">
      <dsp:nvSpPr>
        <dsp:cNvPr id="0" name=""/>
        <dsp:cNvSpPr/>
      </dsp:nvSpPr>
      <dsp:spPr>
        <a:xfrm>
          <a:off x="3636839" y="2133560"/>
          <a:ext cx="2204145" cy="1322487"/>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Advanced Technical Safeguards</a:t>
          </a:r>
        </a:p>
      </dsp:txBody>
      <dsp:txXfrm>
        <a:off x="3636839" y="2133560"/>
        <a:ext cx="2204145" cy="13224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FE7BB-7E3D-4625-8935-D784A4B7EBD3}">
      <dsp:nvSpPr>
        <dsp:cNvPr id="0" name=""/>
        <dsp:cNvSpPr/>
      </dsp:nvSpPr>
      <dsp:spPr>
        <a:xfrm>
          <a:off x="293969" y="1373438"/>
          <a:ext cx="657400" cy="6574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1123B5-090E-4F88-B926-C76B4D68B25B}">
      <dsp:nvSpPr>
        <dsp:cNvPr id="0" name=""/>
        <dsp:cNvSpPr/>
      </dsp:nvSpPr>
      <dsp:spPr>
        <a:xfrm>
          <a:off x="432023" y="1511492"/>
          <a:ext cx="381292" cy="3812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0DC4C2-EEDB-4DD4-AB48-33CE86B43DFF}">
      <dsp:nvSpPr>
        <dsp:cNvPr id="0" name=""/>
        <dsp:cNvSpPr/>
      </dsp:nvSpPr>
      <dsp:spPr>
        <a:xfrm>
          <a:off x="1092242" y="1373438"/>
          <a:ext cx="1549587" cy="6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0" i="0" kern="1200"/>
            <a:t>Early SAR misuse</a:t>
          </a:r>
          <a:endParaRPr lang="en-US" sz="1700" kern="1200"/>
        </a:p>
      </dsp:txBody>
      <dsp:txXfrm>
        <a:off x="1092242" y="1373438"/>
        <a:ext cx="1549587" cy="657400"/>
      </dsp:txXfrm>
    </dsp:sp>
    <dsp:sp modelId="{FB2E6EFE-9F36-4954-8EE5-E22BEDBEE7AC}">
      <dsp:nvSpPr>
        <dsp:cNvPr id="0" name=""/>
        <dsp:cNvSpPr/>
      </dsp:nvSpPr>
      <dsp:spPr>
        <a:xfrm>
          <a:off x="2911833" y="1373438"/>
          <a:ext cx="657400" cy="6574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3A0E85-2FA5-4FD9-958F-0C39F56295E3}">
      <dsp:nvSpPr>
        <dsp:cNvPr id="0" name=""/>
        <dsp:cNvSpPr/>
      </dsp:nvSpPr>
      <dsp:spPr>
        <a:xfrm>
          <a:off x="3049888" y="1511492"/>
          <a:ext cx="381292" cy="3812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71B4837-E89F-4579-B4D4-BDA566A34C4F}">
      <dsp:nvSpPr>
        <dsp:cNvPr id="0" name=""/>
        <dsp:cNvSpPr/>
      </dsp:nvSpPr>
      <dsp:spPr>
        <a:xfrm>
          <a:off x="3710106" y="1373438"/>
          <a:ext cx="1549587" cy="6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0" i="0" kern="1200"/>
            <a:t>Unlawful surveillance</a:t>
          </a:r>
          <a:endParaRPr lang="en-US" sz="1700" kern="1200" dirty="0"/>
        </a:p>
      </dsp:txBody>
      <dsp:txXfrm>
        <a:off x="3710106" y="1373438"/>
        <a:ext cx="1549587" cy="657400"/>
      </dsp:txXfrm>
    </dsp:sp>
    <dsp:sp modelId="{E8150DE0-3F00-4825-9AD4-3B3DF71C34FB}">
      <dsp:nvSpPr>
        <dsp:cNvPr id="0" name=""/>
        <dsp:cNvSpPr/>
      </dsp:nvSpPr>
      <dsp:spPr>
        <a:xfrm>
          <a:off x="5529698" y="1373438"/>
          <a:ext cx="657400" cy="6574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AE301B-8862-435D-959C-069A9F0A2F98}">
      <dsp:nvSpPr>
        <dsp:cNvPr id="0" name=""/>
        <dsp:cNvSpPr/>
      </dsp:nvSpPr>
      <dsp:spPr>
        <a:xfrm>
          <a:off x="5667752" y="1511492"/>
          <a:ext cx="381292" cy="38129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669557-45ED-4B32-9AAA-8153B6599909}">
      <dsp:nvSpPr>
        <dsp:cNvPr id="0" name=""/>
        <dsp:cNvSpPr/>
      </dsp:nvSpPr>
      <dsp:spPr>
        <a:xfrm>
          <a:off x="6327970" y="1373438"/>
          <a:ext cx="1549587" cy="657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Importance of accountability</a:t>
          </a:r>
        </a:p>
      </dsp:txBody>
      <dsp:txXfrm>
        <a:off x="6327970" y="1373438"/>
        <a:ext cx="1549587" cy="6574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6F74D-47F0-46BF-9686-4D03CC1F65DA}" type="datetimeFigureOut">
              <a:rPr lang="en-US" smtClean="0"/>
              <a:t>5/1/2025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BF081-91E4-4236-8173-CB112AF4FFA6}" type="slidenum">
              <a:rPr lang="en-US" smtClean="0"/>
              <a:t>‹#›</a:t>
            </a:fld>
            <a:endParaRPr lang="en-US"/>
          </a:p>
        </p:txBody>
      </p:sp>
    </p:spTree>
    <p:extLst>
      <p:ext uri="{BB962C8B-B14F-4D97-AF65-F5344CB8AC3E}">
        <p14:creationId xmlns:p14="http://schemas.microsoft.com/office/powerpoint/2010/main" val="113100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Segoe UI Emoji" panose="020B0502040204020203" pitchFamily="34" charset="0"/>
                <a:ea typeface="Aptos" panose="020B0004020202020204" pitchFamily="34" charset="0"/>
                <a:cs typeface="Segoe UI Emoji" panose="020B0502040204020203" pitchFamily="34" charset="0"/>
              </a:rPr>
              <a:t>“Hello, My name is Tyler Vander Mooren and today I’ll be discussing how law enforcement intelligence work balances the critical needs of public safety with the equally important protection of privacy and civil liberties."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a:t>
            </a:fld>
            <a:endParaRPr lang="en-US"/>
          </a:p>
        </p:txBody>
      </p:sp>
    </p:spTree>
    <p:extLst>
      <p:ext uri="{BB962C8B-B14F-4D97-AF65-F5344CB8AC3E}">
        <p14:creationId xmlns:p14="http://schemas.microsoft.com/office/powerpoint/2010/main" val="1994823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effectLst/>
                <a:latin typeface="Segoe UI Emoji" panose="020B0502040204020203" pitchFamily="34" charset="0"/>
                <a:ea typeface="Aptos" panose="020B0004020202020204" pitchFamily="34" charset="0"/>
                <a:cs typeface="Segoe UI Emoji" panose="020B0502040204020203" pitchFamily="34" charset="0"/>
              </a:rPr>
              <a:t>"We often hear about intelligence gathering and public safety, but what about the protection of individual rights? Today, I’ll show you how professionals work within strict laws and ethical frameworks to balance both."</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2</a:t>
            </a:fld>
            <a:endParaRPr lang="en-US"/>
          </a:p>
        </p:txBody>
      </p:sp>
    </p:spTree>
    <p:extLst>
      <p:ext uri="{BB962C8B-B14F-4D97-AF65-F5344CB8AC3E}">
        <p14:creationId xmlns:p14="http://schemas.microsoft.com/office/powerpoint/2010/main" val="2321072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Segoe UI Emoji" panose="020B0502040204020203" pitchFamily="34" charset="0"/>
                <a:ea typeface="Aptos" panose="020B0004020202020204" pitchFamily="34" charset="0"/>
                <a:cs typeface="Segoe UI Emoji" panose="020B0502040204020203" pitchFamily="34" charset="0"/>
              </a:rPr>
              <a:t>"Let’s begin by defining some important terms. Intelligence, as defined by Carter (2022), is the process of collecting, evaluating, and analyzing information to support decision-making. Grana and Windell (2021) add that it’s about turning information into actionable insights. Privacy means controlling access to personal information. Civil rights are protections under the law, such as equal treatment, while civil liberties are constitutional freedoms like speech and privacy."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16BF081-91E4-4236-8173-CB112AF4FFA6}" type="slidenum">
              <a:rPr lang="en-US" smtClean="0"/>
              <a:t>3</a:t>
            </a:fld>
            <a:endParaRPr lang="en-US"/>
          </a:p>
        </p:txBody>
      </p:sp>
    </p:spTree>
    <p:extLst>
      <p:ext uri="{BB962C8B-B14F-4D97-AF65-F5344CB8AC3E}">
        <p14:creationId xmlns:p14="http://schemas.microsoft.com/office/powerpoint/2010/main" val="3133925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civil rights as guarantees against discrimination, and civil liberties as guarantees of freedom from government overreach."</a:t>
            </a:r>
          </a:p>
        </p:txBody>
      </p:sp>
      <p:sp>
        <p:nvSpPr>
          <p:cNvPr id="4" name="Slide Number Placeholder 3"/>
          <p:cNvSpPr>
            <a:spLocks noGrp="1"/>
          </p:cNvSpPr>
          <p:nvPr>
            <p:ph type="sldNum" sz="quarter" idx="5"/>
          </p:nvPr>
        </p:nvSpPr>
        <p:spPr/>
        <p:txBody>
          <a:bodyPr/>
          <a:lstStyle/>
          <a:p>
            <a:fld id="{E16BF081-91E4-4236-8173-CB112AF4FFA6}" type="slidenum">
              <a:rPr lang="en-US" smtClean="0"/>
              <a:t>4</a:t>
            </a:fld>
            <a:endParaRPr lang="en-US"/>
          </a:p>
        </p:txBody>
      </p:sp>
    </p:spTree>
    <p:extLst>
      <p:ext uri="{BB962C8B-B14F-4D97-AF65-F5344CB8AC3E}">
        <p14:creationId xmlns:p14="http://schemas.microsoft.com/office/powerpoint/2010/main" val="2239370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"The National Strategy for Information Sharing emphasizes protecting privacy through principles like minimizing collected data, specifying how it's used, maintaining quality, ensuring accountability, and using strong safeguards (Carter, 2022). These are more than guidelines — they’re necessary to earn and keep public trust."</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5</a:t>
            </a:fld>
            <a:endParaRPr lang="en-US"/>
          </a:p>
        </p:txBody>
      </p:sp>
    </p:spTree>
    <p:extLst>
      <p:ext uri="{BB962C8B-B14F-4D97-AF65-F5344CB8AC3E}">
        <p14:creationId xmlns:p14="http://schemas.microsoft.com/office/powerpoint/2010/main" val="89521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"28 CFR Part 23 sets federal guidelines for intelligence systems. Analysts must have reasonable suspicion of criminal activity — not just political opinions or associations. Carter (2022) explains that regular review and deletion of irrelevant data is mandatory to prevent abuse."</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6</a:t>
            </a:fld>
            <a:endParaRPr lang="en-US"/>
          </a:p>
        </p:txBody>
      </p:sp>
    </p:spTree>
    <p:extLst>
      <p:ext uri="{BB962C8B-B14F-4D97-AF65-F5344CB8AC3E}">
        <p14:creationId xmlns:p14="http://schemas.microsoft.com/office/powerpoint/2010/main" val="2762832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00" dirty="0">
                <a:effectLst/>
                <a:latin typeface="Segoe UI Emoji" panose="020B0502040204020203" pitchFamily="34" charset="0"/>
                <a:ea typeface="Aptos" panose="020B0004020202020204" pitchFamily="34" charset="0"/>
                <a:cs typeface="Segoe UI Emoji" panose="020B0502040204020203" pitchFamily="34" charset="0"/>
              </a:rPr>
              <a:t>"For instance, if someone attends a protest, law enforcement cannot collect intelligence on them </a:t>
            </a:r>
            <a:r>
              <a:rPr lang="en-US" sz="1800" b="1" i="1" kern="100" dirty="0">
                <a:effectLst/>
                <a:latin typeface="Segoe UI Emoji" panose="020B0502040204020203" pitchFamily="34" charset="0"/>
                <a:ea typeface="Aptos" panose="020B0004020202020204" pitchFamily="34" charset="0"/>
                <a:cs typeface="Segoe UI Emoji" panose="020B0502040204020203" pitchFamily="34" charset="0"/>
              </a:rPr>
              <a:t>unless</a:t>
            </a:r>
            <a:r>
              <a:rPr lang="en-US" sz="1800" b="1" kern="100" dirty="0">
                <a:effectLst/>
                <a:latin typeface="Segoe UI Emoji" panose="020B0502040204020203" pitchFamily="34" charset="0"/>
                <a:ea typeface="Aptos" panose="020B0004020202020204" pitchFamily="34" charset="0"/>
                <a:cs typeface="Segoe UI Emoji" panose="020B0502040204020203" pitchFamily="34" charset="0"/>
              </a:rPr>
              <a:t> there’s evidence of criminal intent (Berman, 2014). Monitoring people solely for exercising their First Amendment rights is prohibited."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7</a:t>
            </a:fld>
            <a:endParaRPr lang="en-US"/>
          </a:p>
        </p:txBody>
      </p:sp>
    </p:spTree>
    <p:extLst>
      <p:ext uri="{BB962C8B-B14F-4D97-AF65-F5344CB8AC3E}">
        <p14:creationId xmlns:p14="http://schemas.microsoft.com/office/powerpoint/2010/main" val="3230803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"Suspicious Activity Reports (SARs) are intended to alert authorities to potential threats. However, Berman (2014) warns that SARs can sometimes lead to profiling or collecting irrelevant information, risking citizens' privacy."</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8</a:t>
            </a:fld>
            <a:endParaRPr lang="en-US"/>
          </a:p>
        </p:txBody>
      </p:sp>
    </p:spTree>
    <p:extLst>
      <p:ext uri="{BB962C8B-B14F-4D97-AF65-F5344CB8AC3E}">
        <p14:creationId xmlns:p14="http://schemas.microsoft.com/office/powerpoint/2010/main" val="858170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"Fusion Centers were created to help agencies share information and prevent threats. Yet early on, Carter et al. (2016) found that weak oversight led to privacy concerns. Fortunately, many centers have since adopted strong privacy protocols and independent audits."</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9</a:t>
            </a:fld>
            <a:endParaRPr lang="en-US"/>
          </a:p>
        </p:txBody>
      </p:sp>
    </p:spTree>
    <p:extLst>
      <p:ext uri="{BB962C8B-B14F-4D97-AF65-F5344CB8AC3E}">
        <p14:creationId xmlns:p14="http://schemas.microsoft.com/office/powerpoint/2010/main" val="2750048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"Oerlemans and </a:t>
            </a:r>
            <a:r>
              <a:rPr lang="en-US" sz="1800" b="1" dirty="0" err="1">
                <a:effectLst/>
                <a:latin typeface="Segoe UI Emoji" panose="020B0502040204020203" pitchFamily="34" charset="0"/>
                <a:ea typeface="Aptos" panose="020B0004020202020204" pitchFamily="34" charset="0"/>
                <a:cs typeface="Segoe UI Emoji" panose="020B0502040204020203" pitchFamily="34" charset="0"/>
              </a:rPr>
              <a:t>Langenhuijzen</a:t>
            </a:r>
            <a:r>
              <a:rPr lang="en-US" sz="1800" b="1" dirty="0">
                <a:effectLst/>
                <a:latin typeface="Segoe UI Emoji" panose="020B0502040204020203" pitchFamily="34" charset="0"/>
                <a:ea typeface="Aptos" panose="020B0004020202020204" pitchFamily="34" charset="0"/>
                <a:cs typeface="Segoe UI Emoji" panose="020B0502040204020203" pitchFamily="34" charset="0"/>
              </a:rPr>
              <a:t> (2024) show how even public information, like social media, must be handled carefully. Just because data is available doesn't mean it’s ethical — especially when law enforcement buys commercial data that users didn’t realize was being sold."</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10</a:t>
            </a:fld>
            <a:endParaRPr lang="en-US"/>
          </a:p>
        </p:txBody>
      </p:sp>
    </p:spTree>
    <p:extLst>
      <p:ext uri="{BB962C8B-B14F-4D97-AF65-F5344CB8AC3E}">
        <p14:creationId xmlns:p14="http://schemas.microsoft.com/office/powerpoint/2010/main" val="1685727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"Thanks to efforts from leaders like Carter (2022), today many intelligence centers have embedded privacy officers and mandatory training on civil liberties."</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11</a:t>
            </a:fld>
            <a:endParaRPr lang="en-US"/>
          </a:p>
        </p:txBody>
      </p:sp>
    </p:spTree>
    <p:extLst>
      <p:ext uri="{BB962C8B-B14F-4D97-AF65-F5344CB8AC3E}">
        <p14:creationId xmlns:p14="http://schemas.microsoft.com/office/powerpoint/2010/main" val="2385221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"There have been failures too. Some fusion centers collected data on lawful political activity. These cases taught agencies the importance of sticking to strict collection standards and transparency."</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12</a:t>
            </a:fld>
            <a:endParaRPr lang="en-US"/>
          </a:p>
        </p:txBody>
      </p:sp>
    </p:spTree>
    <p:extLst>
      <p:ext uri="{BB962C8B-B14F-4D97-AF65-F5344CB8AC3E}">
        <p14:creationId xmlns:p14="http://schemas.microsoft.com/office/powerpoint/2010/main" val="1284010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effectLst/>
                <a:latin typeface="Segoe UI Emoji" panose="020B0502040204020203" pitchFamily="34" charset="0"/>
                <a:ea typeface="Aptos" panose="020B0004020202020204" pitchFamily="34" charset="0"/>
                <a:cs typeface="Segoe UI Emoji" panose="020B0502040204020203" pitchFamily="34" charset="0"/>
              </a:rPr>
              <a:t>"The takeaway is simple: protecting privacy isn’t a barrier to good intelligence work — it’s what makes it legitimate, effective, and trusted."</a:t>
            </a:r>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13</a:t>
            </a:fld>
            <a:endParaRPr lang="en-US"/>
          </a:p>
        </p:txBody>
      </p:sp>
    </p:spTree>
    <p:extLst>
      <p:ext uri="{BB962C8B-B14F-4D97-AF65-F5344CB8AC3E}">
        <p14:creationId xmlns:p14="http://schemas.microsoft.com/office/powerpoint/2010/main" val="371976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6BF081-91E4-4236-8173-CB112AF4FFA6}" type="slidenum">
              <a:rPr lang="en-US" smtClean="0"/>
              <a:t>14</a:t>
            </a:fld>
            <a:endParaRPr lang="en-US"/>
          </a:p>
        </p:txBody>
      </p:sp>
    </p:spTree>
    <p:extLst>
      <p:ext uri="{BB962C8B-B14F-4D97-AF65-F5344CB8AC3E}">
        <p14:creationId xmlns:p14="http://schemas.microsoft.com/office/powerpoint/2010/main" val="2608401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514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9231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3303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4295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6226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3309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8230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315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8604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7337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9305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778447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6117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38630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6297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6326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7265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5/1/2025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8025268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image" Target="../media/image1.jpeg"/><Relationship Id="rId7" Type="http://schemas.openxmlformats.org/officeDocument/2006/relationships/image" Target="../media/image17.png"/><Relationship Id="rId12"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diagramColors" Target="../diagrams/colors4.xml"/><Relationship Id="rId5" Type="http://schemas.openxmlformats.org/officeDocument/2006/relationships/image" Target="../media/image15.png"/><Relationship Id="rId10" Type="http://schemas.openxmlformats.org/officeDocument/2006/relationships/diagramQuickStyle" Target="../diagrams/quickStyle4.xml"/><Relationship Id="rId4" Type="http://schemas.openxmlformats.org/officeDocument/2006/relationships/image" Target="../media/image14.png"/><Relationship Id="rId9"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jpe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jpeg"/><Relationship Id="rId7" Type="http://schemas.openxmlformats.org/officeDocument/2006/relationships/diagramColors" Target="../diagrams/colors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hyperlink" Target="https://www.tandfonline.com/doi/full/10.1080/08850607.2024.2387850" TargetMode="External"/><Relationship Id="rId3" Type="http://schemas.openxmlformats.org/officeDocument/2006/relationships/image" Target="../media/image1.jpeg"/><Relationship Id="rId7" Type="http://schemas.openxmlformats.org/officeDocument/2006/relationships/hyperlink" Target="https://scholarworks.indianapolis.iu.edu/server/api/core/bitstreams/fb85a682-1dc1-4759-b4bb-c0c2709b028f/conten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ojp.gov/library/publications/law-enforcement-intelligence-guide-state-local-and-tribal-law-enforcement" TargetMode="External"/><Relationship Id="rId5" Type="http://schemas.openxmlformats.org/officeDocument/2006/relationships/hyperlink" Target="https://scholarlycommons.law.wlu.edu/wlulr/vol71/iss1/5/" TargetMode="External"/><Relationship Id="rId4" Type="http://schemas.openxmlformats.org/officeDocument/2006/relationships/image" Target="../media/image17.png"/><Relationship Id="rId9" Type="http://schemas.openxmlformats.org/officeDocument/2006/relationships/hyperlink" Target="https://www.dhs.gov/sites/default/files/publications/15_1026_NSI_National-Strategy-Information-Sharing-Safeguarding.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r>
              <a:rPr lang="en-US" sz="2600" b="1">
                <a:solidFill>
                  <a:srgbClr val="F2F2F2"/>
                </a:solidFill>
              </a:rPr>
              <a:t>Privacy and Civil Liberties in Law Enforcement Intelligence</a:t>
            </a:r>
          </a:p>
        </p:txBody>
      </p:sp>
      <p:sp>
        <p:nvSpPr>
          <p:cNvPr id="12" name="Freeform: Shape 11">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F3B870A7-AF36-80A8-1D2F-08C178971FB1}"/>
              </a:ext>
            </a:extLst>
          </p:cNvPr>
          <p:cNvGraphicFramePr>
            <a:graphicFrameLocks noGrp="1"/>
          </p:cNvGraphicFramePr>
          <p:nvPr>
            <p:ph idx="1"/>
            <p:extLst>
              <p:ext uri="{D42A27DB-BD31-4B8C-83A1-F6EECF244321}">
                <p14:modId xmlns:p14="http://schemas.microsoft.com/office/powerpoint/2010/main" val="232812141"/>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r>
              <a:rPr lang="en-US" b="1">
                <a:solidFill>
                  <a:srgbClr val="EBEBEB"/>
                </a:solidFill>
              </a:rPr>
              <a:t>Why This Topic Matters</a:t>
            </a:r>
          </a:p>
        </p:txBody>
      </p:sp>
      <p:sp>
        <p:nvSpPr>
          <p:cNvPr id="26" name="Rectangle 25">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2"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17" name="Content Placeholder 2">
            <a:extLst>
              <a:ext uri="{FF2B5EF4-FFF2-40B4-BE49-F238E27FC236}">
                <a16:creationId xmlns:a16="http://schemas.microsoft.com/office/drawing/2014/main" id="{74409BE9-7E9E-7011-8FE2-D201B867851A}"/>
              </a:ext>
            </a:extLst>
          </p:cNvPr>
          <p:cNvGraphicFramePr>
            <a:graphicFrameLocks noGrp="1"/>
          </p:cNvGraphicFramePr>
          <p:nvPr>
            <p:ph idx="1"/>
            <p:extLst>
              <p:ext uri="{D42A27DB-BD31-4B8C-83A1-F6EECF244321}">
                <p14:modId xmlns:p14="http://schemas.microsoft.com/office/powerpoint/2010/main" val="3692445436"/>
              </p:ext>
            </p:extLst>
          </p:nvPr>
        </p:nvGraphicFramePr>
        <p:xfrm>
          <a:off x="486697" y="2810256"/>
          <a:ext cx="8171528" cy="34042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70C0"/>
                </a:solidFill>
              </a:rPr>
              <a:t>Defining the Terms</a:t>
            </a:r>
          </a:p>
        </p:txBody>
      </p:sp>
      <p:graphicFrame>
        <p:nvGraphicFramePr>
          <p:cNvPr id="5" name="Content Placeholder 2">
            <a:extLst>
              <a:ext uri="{FF2B5EF4-FFF2-40B4-BE49-F238E27FC236}">
                <a16:creationId xmlns:a16="http://schemas.microsoft.com/office/drawing/2014/main" id="{95947E41-1404-CBDB-7F13-1F62AB792F0E}"/>
              </a:ext>
            </a:extLst>
          </p:cNvPr>
          <p:cNvGraphicFramePr>
            <a:graphicFrameLocks noGrp="1"/>
          </p:cNvGraphicFramePr>
          <p:nvPr>
            <p:ph idx="1"/>
          </p:nvPr>
        </p:nvGraphicFramePr>
        <p:xfrm>
          <a:off x="827700" y="2052925"/>
          <a:ext cx="6711654" cy="4195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7" name="Picture 7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78" name="Picture 7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79" name="Oval 78">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80" name="Picture 7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81" name="Picture 80">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82" name="Rectangle 8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Rectangle 60">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43943" y="1325880"/>
            <a:ext cx="2514282" cy="3066507"/>
          </a:xfrm>
        </p:spPr>
        <p:txBody>
          <a:bodyPr vert="horz" lIns="91440" tIns="45720" rIns="91440" bIns="45720" rtlCol="0" anchor="b">
            <a:normAutofit/>
          </a:bodyPr>
          <a:lstStyle/>
          <a:p>
            <a:pPr defTabSz="457200">
              <a:lnSpc>
                <a:spcPct val="90000"/>
              </a:lnSpc>
            </a:pPr>
            <a:r>
              <a:rPr lang="en-US" sz="3300" b="0" i="0" kern="1200">
                <a:solidFill>
                  <a:srgbClr val="EBEBEB"/>
                </a:solidFill>
                <a:latin typeface="+mj-lt"/>
                <a:ea typeface="+mj-ea"/>
                <a:cs typeface="+mj-cs"/>
              </a:rPr>
              <a:t>Comparing Civil Rights and Civil Liberties</a:t>
            </a:r>
          </a:p>
        </p:txBody>
      </p:sp>
      <p:sp>
        <p:nvSpPr>
          <p:cNvPr id="63"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59776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5" name="Freeform: Shape 64">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857465"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Rectangle 66">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 name="Table 3">
            <a:extLst>
              <a:ext uri="{FF2B5EF4-FFF2-40B4-BE49-F238E27FC236}">
                <a16:creationId xmlns:a16="http://schemas.microsoft.com/office/drawing/2014/main" id="{B94DEC70-70DC-149C-6D50-733B4D1D2467}"/>
              </a:ext>
            </a:extLst>
          </p:cNvPr>
          <p:cNvGraphicFramePr>
            <a:graphicFrameLocks noGrp="1"/>
          </p:cNvGraphicFramePr>
          <p:nvPr>
            <p:extLst>
              <p:ext uri="{D42A27DB-BD31-4B8C-83A1-F6EECF244321}">
                <p14:modId xmlns:p14="http://schemas.microsoft.com/office/powerpoint/2010/main" val="4252734142"/>
              </p:ext>
            </p:extLst>
          </p:nvPr>
        </p:nvGraphicFramePr>
        <p:xfrm>
          <a:off x="482890" y="1179675"/>
          <a:ext cx="4702998" cy="4743575"/>
        </p:xfrm>
        <a:graphic>
          <a:graphicData uri="http://schemas.openxmlformats.org/drawingml/2006/table">
            <a:tbl>
              <a:tblPr firstRow="1" bandRow="1">
                <a:tableStyleId>{5C22544A-7EE6-4342-B048-85BDC9FD1C3A}</a:tableStyleId>
              </a:tblPr>
              <a:tblGrid>
                <a:gridCol w="2137118">
                  <a:extLst>
                    <a:ext uri="{9D8B030D-6E8A-4147-A177-3AD203B41FA5}">
                      <a16:colId xmlns:a16="http://schemas.microsoft.com/office/drawing/2014/main" val="2256019912"/>
                    </a:ext>
                  </a:extLst>
                </a:gridCol>
                <a:gridCol w="2565880">
                  <a:extLst>
                    <a:ext uri="{9D8B030D-6E8A-4147-A177-3AD203B41FA5}">
                      <a16:colId xmlns:a16="http://schemas.microsoft.com/office/drawing/2014/main" val="1599331724"/>
                    </a:ext>
                  </a:extLst>
                </a:gridCol>
              </a:tblGrid>
              <a:tr h="558831">
                <a:tc>
                  <a:txBody>
                    <a:bodyPr/>
                    <a:lstStyle/>
                    <a:p>
                      <a:pPr algn="ctr"/>
                      <a:r>
                        <a:rPr lang="en-US" sz="2600"/>
                        <a:t>Civil Rights </a:t>
                      </a:r>
                    </a:p>
                  </a:txBody>
                  <a:tcPr marL="131226" marR="131226" marT="65614" marB="65614"/>
                </a:tc>
                <a:tc>
                  <a:txBody>
                    <a:bodyPr/>
                    <a:lstStyle/>
                    <a:p>
                      <a:pPr algn="ctr"/>
                      <a:r>
                        <a:rPr lang="en-US" sz="2600"/>
                        <a:t>Civil Liberties</a:t>
                      </a:r>
                    </a:p>
                  </a:txBody>
                  <a:tcPr marL="131226" marR="131226" marT="65614" marB="65614"/>
                </a:tc>
                <a:extLst>
                  <a:ext uri="{0D108BD9-81ED-4DB2-BD59-A6C34878D82A}">
                    <a16:rowId xmlns:a16="http://schemas.microsoft.com/office/drawing/2014/main" val="4088880243"/>
                  </a:ext>
                </a:extLst>
              </a:tr>
              <a:tr h="1105039">
                <a:tc>
                  <a:txBody>
                    <a:bodyPr/>
                    <a:lstStyle/>
                    <a:p>
                      <a:pPr algn="ctr"/>
                      <a:r>
                        <a:rPr lang="en-US" sz="2000" dirty="0"/>
                        <a:t>Legal protections from discrimination</a:t>
                      </a:r>
                    </a:p>
                  </a:txBody>
                  <a:tcPr marL="131226" marR="131226" marT="65614" marB="65614"/>
                </a:tc>
                <a:tc>
                  <a:txBody>
                    <a:bodyPr/>
                    <a:lstStyle/>
                    <a:p>
                      <a:pPr algn="ctr"/>
                      <a:r>
                        <a:rPr lang="en-US" sz="2000" dirty="0"/>
                        <a:t>Fundamental freedoms protected by the Constitution</a:t>
                      </a:r>
                    </a:p>
                  </a:txBody>
                  <a:tcPr marL="93636" marR="93636" marT="46818" marB="46818" anchor="ctr"/>
                </a:tc>
                <a:extLst>
                  <a:ext uri="{0D108BD9-81ED-4DB2-BD59-A6C34878D82A}">
                    <a16:rowId xmlns:a16="http://schemas.microsoft.com/office/drawing/2014/main" val="726307640"/>
                  </a:ext>
                </a:extLst>
              </a:tr>
              <a:tr h="1417158">
                <a:tc>
                  <a:txBody>
                    <a:bodyPr/>
                    <a:lstStyle/>
                    <a:p>
                      <a:pPr algn="ctr"/>
                      <a:r>
                        <a:rPr lang="en-US" sz="2000" dirty="0"/>
                        <a:t>Enforced by government action (laws, courts)</a:t>
                      </a:r>
                    </a:p>
                  </a:txBody>
                  <a:tcPr marL="131226" marR="131226" marT="65614" marB="65614"/>
                </a:tc>
                <a:tc>
                  <a:txBody>
                    <a:bodyPr/>
                    <a:lstStyle/>
                    <a:p>
                      <a:pPr algn="ctr"/>
                      <a:r>
                        <a:rPr lang="en-US" sz="2000" dirty="0"/>
                        <a:t>Limit government power over individuals</a:t>
                      </a:r>
                    </a:p>
                  </a:txBody>
                  <a:tcPr marL="131226" marR="131226" marT="65614" marB="65614"/>
                </a:tc>
                <a:extLst>
                  <a:ext uri="{0D108BD9-81ED-4DB2-BD59-A6C34878D82A}">
                    <a16:rowId xmlns:a16="http://schemas.microsoft.com/office/drawing/2014/main" val="892195509"/>
                  </a:ext>
                </a:extLst>
              </a:tr>
              <a:tr h="1417158">
                <a:tc>
                  <a:txBody>
                    <a:bodyPr/>
                    <a:lstStyle/>
                    <a:p>
                      <a:pPr algn="ctr"/>
                      <a:r>
                        <a:rPr lang="en-US" sz="2000" u="sng" dirty="0"/>
                        <a:t>Example:</a:t>
                      </a:r>
                    </a:p>
                    <a:p>
                      <a:pPr algn="ctr"/>
                      <a:r>
                        <a:rPr lang="en-US" sz="2000" dirty="0"/>
                        <a:t>Equal protection, voting rights</a:t>
                      </a:r>
                    </a:p>
                  </a:txBody>
                  <a:tcPr marL="131226" marR="131226" marT="65614" marB="65614"/>
                </a:tc>
                <a:tc>
                  <a:txBody>
                    <a:bodyPr/>
                    <a:lstStyle/>
                    <a:p>
                      <a:pPr algn="ctr"/>
                      <a:r>
                        <a:rPr lang="en-US" sz="2000" dirty="0"/>
                        <a:t>Examples: Free speech, privacy, freedom of religion</a:t>
                      </a:r>
                    </a:p>
                  </a:txBody>
                  <a:tcPr marL="131226" marR="131226" marT="65614" marB="65614"/>
                </a:tc>
                <a:extLst>
                  <a:ext uri="{0D108BD9-81ED-4DB2-BD59-A6C34878D82A}">
                    <a16:rowId xmlns:a16="http://schemas.microsoft.com/office/drawing/2014/main" val="3448005377"/>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39" name="Picture 38">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41" name="Oval 40">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4408"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3" name="Picture 42">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50" name="Picture 49">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52" name="Rectangle 51">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no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486696" y="1063417"/>
            <a:ext cx="2629122" cy="4675396"/>
          </a:xfrm>
        </p:spPr>
        <p:txBody>
          <a:bodyPr anchor="ctr">
            <a:normAutofit/>
          </a:bodyPr>
          <a:lstStyle/>
          <a:p>
            <a:r>
              <a:rPr lang="en-US" b="1">
                <a:solidFill>
                  <a:srgbClr val="F2F2F2"/>
                </a:solidFill>
              </a:rPr>
              <a:t>Privacy Principles from NSISS</a:t>
            </a:r>
          </a:p>
        </p:txBody>
      </p:sp>
      <p:graphicFrame>
        <p:nvGraphicFramePr>
          <p:cNvPr id="21" name="Content Placeholder 2">
            <a:extLst>
              <a:ext uri="{FF2B5EF4-FFF2-40B4-BE49-F238E27FC236}">
                <a16:creationId xmlns:a16="http://schemas.microsoft.com/office/drawing/2014/main" id="{94B17232-DAE5-7D4B-F285-473489A7322C}"/>
              </a:ext>
            </a:extLst>
          </p:cNvPr>
          <p:cNvGraphicFramePr>
            <a:graphicFrameLocks noGrp="1"/>
          </p:cNvGraphicFramePr>
          <p:nvPr>
            <p:ph idx="1"/>
            <p:extLst>
              <p:ext uri="{D42A27DB-BD31-4B8C-83A1-F6EECF244321}">
                <p14:modId xmlns:p14="http://schemas.microsoft.com/office/powerpoint/2010/main" val="2245142148"/>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6031" y="1063417"/>
            <a:ext cx="3181729" cy="4675396"/>
          </a:xfrm>
        </p:spPr>
        <p:txBody>
          <a:bodyPr anchor="ctr">
            <a:normAutofit/>
          </a:bodyPr>
          <a:lstStyle/>
          <a:p>
            <a:r>
              <a:rPr lang="en-US" sz="3300" b="1" dirty="0">
                <a:solidFill>
                  <a:srgbClr val="F2F2F2"/>
                </a:solidFill>
              </a:rPr>
              <a:t>28 CFR Part 23 - Safeguards for Criminal Intelligence</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C35CE05-667A-19B6-B8D6-46A4ED209D33}"/>
              </a:ext>
            </a:extLst>
          </p:cNvPr>
          <p:cNvGraphicFramePr>
            <a:graphicFrameLocks noGrp="1"/>
          </p:cNvGraphicFramePr>
          <p:nvPr>
            <p:ph idx="1"/>
            <p:extLst>
              <p:ext uri="{D42A27DB-BD31-4B8C-83A1-F6EECF244321}">
                <p14:modId xmlns:p14="http://schemas.microsoft.com/office/powerpoint/2010/main" val="1653496804"/>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r>
              <a:rPr lang="en-US" b="1"/>
              <a:t>Real-World Application Example</a:t>
            </a:r>
          </a:p>
        </p:txBody>
      </p:sp>
      <p:graphicFrame>
        <p:nvGraphicFramePr>
          <p:cNvPr id="5" name="Content Placeholder 2">
            <a:extLst>
              <a:ext uri="{FF2B5EF4-FFF2-40B4-BE49-F238E27FC236}">
                <a16:creationId xmlns:a16="http://schemas.microsoft.com/office/drawing/2014/main" id="{D8D7B8A7-C567-5E94-9405-D0AD5897C5A7}"/>
              </a:ext>
            </a:extLst>
          </p:cNvPr>
          <p:cNvGraphicFramePr>
            <a:graphicFrameLocks noGrp="1"/>
          </p:cNvGraphicFramePr>
          <p:nvPr>
            <p:ph idx="1"/>
            <p:extLst>
              <p:ext uri="{D42A27DB-BD31-4B8C-83A1-F6EECF244321}">
                <p14:modId xmlns:p14="http://schemas.microsoft.com/office/powerpoint/2010/main" val="3830180265"/>
              </p:ext>
            </p:extLst>
          </p:nvPr>
        </p:nvGraphicFramePr>
        <p:xfrm>
          <a:off x="484583" y="2140085"/>
          <a:ext cx="7053264" cy="40564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7" y="629266"/>
            <a:ext cx="4641143" cy="1622321"/>
          </a:xfrm>
        </p:spPr>
        <p:txBody>
          <a:bodyPr>
            <a:normAutofit/>
          </a:bodyPr>
          <a:lstStyle/>
          <a:p>
            <a:pPr>
              <a:lnSpc>
                <a:spcPct val="90000"/>
              </a:lnSpc>
            </a:pPr>
            <a:r>
              <a:rPr lang="en-US" sz="3600" b="1">
                <a:solidFill>
                  <a:srgbClr val="EBEBEB"/>
                </a:solidFill>
              </a:rPr>
              <a:t>Privacy Challenges in Suspicious Activity Reports</a:t>
            </a:r>
          </a:p>
        </p:txBody>
      </p:sp>
      <p:sp>
        <p:nvSpPr>
          <p:cNvPr id="3" name="Content Placeholder 2"/>
          <p:cNvSpPr>
            <a:spLocks noGrp="1"/>
          </p:cNvSpPr>
          <p:nvPr>
            <p:ph idx="1"/>
          </p:nvPr>
        </p:nvSpPr>
        <p:spPr>
          <a:xfrm>
            <a:off x="486697" y="2438400"/>
            <a:ext cx="4641142" cy="3785419"/>
          </a:xfrm>
        </p:spPr>
        <p:txBody>
          <a:bodyPr>
            <a:normAutofit/>
          </a:bodyPr>
          <a:lstStyle/>
          <a:p>
            <a:r>
              <a:rPr lang="en-US">
                <a:solidFill>
                  <a:srgbClr val="FFFFFF"/>
                </a:solidFill>
              </a:rPr>
              <a:t>Potential for over-collection</a:t>
            </a:r>
          </a:p>
          <a:p>
            <a:r>
              <a:rPr lang="en-US">
                <a:solidFill>
                  <a:srgbClr val="FFFFFF"/>
                </a:solidFill>
              </a:rPr>
              <a:t>Risk of profiling</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Drawings on colorful paper">
            <a:extLst>
              <a:ext uri="{FF2B5EF4-FFF2-40B4-BE49-F238E27FC236}">
                <a16:creationId xmlns:a16="http://schemas.microsoft.com/office/drawing/2014/main" id="{7B6FEE62-2207-4D86-7B4E-FFA1E5F91629}"/>
              </a:ext>
            </a:extLst>
          </p:cNvPr>
          <p:cNvPicPr>
            <a:picLocks noChangeAspect="1"/>
          </p:cNvPicPr>
          <p:nvPr/>
        </p:nvPicPr>
        <p:blipFill>
          <a:blip r:embed="rId4"/>
          <a:srcRect l="21756" r="42013" b="-2"/>
          <a:stretch/>
        </p:blipFill>
        <p:spPr>
          <a:xfrm>
            <a:off x="5421881" y="1"/>
            <a:ext cx="3722434"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61785" y="629266"/>
            <a:ext cx="3575604" cy="1641986"/>
          </a:xfrm>
        </p:spPr>
        <p:txBody>
          <a:bodyPr>
            <a:normAutofit/>
          </a:bodyPr>
          <a:lstStyle/>
          <a:p>
            <a:pPr>
              <a:lnSpc>
                <a:spcPct val="90000"/>
              </a:lnSpc>
            </a:pPr>
            <a:r>
              <a:rPr lang="en-US" sz="3300" b="1"/>
              <a:t>Fusion Centers - A Success Story and a Caution</a:t>
            </a:r>
          </a:p>
        </p:txBody>
      </p:sp>
      <p:pic>
        <p:nvPicPr>
          <p:cNvPr id="5" name="Picture 4">
            <a:extLst>
              <a:ext uri="{FF2B5EF4-FFF2-40B4-BE49-F238E27FC236}">
                <a16:creationId xmlns:a16="http://schemas.microsoft.com/office/drawing/2014/main" id="{99310B98-53BB-1A25-1376-C999C5B3BC21}"/>
              </a:ext>
            </a:extLst>
          </p:cNvPr>
          <p:cNvPicPr>
            <a:picLocks noChangeAspect="1"/>
          </p:cNvPicPr>
          <p:nvPr/>
        </p:nvPicPr>
        <p:blipFill>
          <a:blip r:embed="rId4"/>
          <a:srcRect l="24765" r="46724"/>
          <a:stretch/>
        </p:blipFill>
        <p:spPr>
          <a:xfrm>
            <a:off x="20" y="10"/>
            <a:ext cx="3475989" cy="6857990"/>
          </a:xfrm>
          <a:prstGeom prst="rect">
            <a:avLst/>
          </a:prstGeom>
        </p:spPr>
      </p:pic>
      <p:sp>
        <p:nvSpPr>
          <p:cNvPr id="3" name="Content Placeholder 2"/>
          <p:cNvSpPr>
            <a:spLocks noGrp="1"/>
          </p:cNvSpPr>
          <p:nvPr>
            <p:ph idx="1"/>
          </p:nvPr>
        </p:nvSpPr>
        <p:spPr>
          <a:xfrm>
            <a:off x="3961785" y="2438400"/>
            <a:ext cx="3575604" cy="3809999"/>
          </a:xfrm>
        </p:spPr>
        <p:txBody>
          <a:bodyPr>
            <a:normAutofit/>
          </a:bodyPr>
          <a:lstStyle/>
          <a:p>
            <a:r>
              <a:rPr lang="en-US" dirty="0"/>
              <a:t>Centralized Information Sharing</a:t>
            </a:r>
          </a:p>
          <a:p>
            <a:r>
              <a:rPr lang="en-US" dirty="0"/>
              <a:t>Reforms and Oversight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7" y="629266"/>
            <a:ext cx="4641143" cy="1622321"/>
          </a:xfrm>
        </p:spPr>
        <p:txBody>
          <a:bodyPr>
            <a:normAutofit/>
          </a:bodyPr>
          <a:lstStyle/>
          <a:p>
            <a:pPr>
              <a:lnSpc>
                <a:spcPct val="90000"/>
              </a:lnSpc>
            </a:pPr>
            <a:r>
              <a:rPr lang="en-US" sz="3600" b="1">
                <a:solidFill>
                  <a:srgbClr val="EBEBEB"/>
                </a:solidFill>
              </a:rPr>
              <a:t>Open-Source Intelligence (OSINT) Privacy Risks</a:t>
            </a:r>
          </a:p>
        </p:txBody>
      </p:sp>
      <p:sp>
        <p:nvSpPr>
          <p:cNvPr id="3" name="Content Placeholder 2"/>
          <p:cNvSpPr>
            <a:spLocks noGrp="1"/>
          </p:cNvSpPr>
          <p:nvPr>
            <p:ph idx="1"/>
          </p:nvPr>
        </p:nvSpPr>
        <p:spPr>
          <a:xfrm>
            <a:off x="486697" y="2438400"/>
            <a:ext cx="4641142" cy="3785419"/>
          </a:xfrm>
        </p:spPr>
        <p:txBody>
          <a:bodyPr>
            <a:normAutofit/>
          </a:bodyPr>
          <a:lstStyle/>
          <a:p>
            <a:r>
              <a:rPr lang="en-US" dirty="0">
                <a:solidFill>
                  <a:srgbClr val="FFFFFF"/>
                </a:solidFill>
              </a:rPr>
              <a:t>Contextual Sensitivity</a:t>
            </a:r>
          </a:p>
          <a:p>
            <a:r>
              <a:rPr lang="en-US" dirty="0">
                <a:solidFill>
                  <a:srgbClr val="FFFFFF"/>
                </a:solidFill>
              </a:rPr>
              <a:t>Verification Challenges</a:t>
            </a:r>
          </a:p>
          <a:p>
            <a:r>
              <a:rPr lang="en-US" dirty="0">
                <a:solidFill>
                  <a:srgbClr val="FFFFFF"/>
                </a:solidFill>
              </a:rPr>
              <a:t>Commercial Data Brokers</a:t>
            </a:r>
          </a:p>
          <a:p>
            <a:r>
              <a:rPr lang="en-US" dirty="0">
                <a:solidFill>
                  <a:srgbClr val="FFFFFF"/>
                </a:solidFill>
              </a:rPr>
              <a:t>Ethical Guidelines Needed</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Picture 6" descr="Stock numbers on a digital display">
            <a:extLst>
              <a:ext uri="{FF2B5EF4-FFF2-40B4-BE49-F238E27FC236}">
                <a16:creationId xmlns:a16="http://schemas.microsoft.com/office/drawing/2014/main" id="{F97F3328-EF2A-D7D8-371B-4AB5453447C8}"/>
              </a:ext>
            </a:extLst>
          </p:cNvPr>
          <p:cNvPicPr>
            <a:picLocks noChangeAspect="1"/>
          </p:cNvPicPr>
          <p:nvPr/>
        </p:nvPicPr>
        <p:blipFill>
          <a:blip r:embed="rId4"/>
          <a:srcRect l="45967" r="22415" b="-2"/>
          <a:stretch/>
        </p:blipFill>
        <p:spPr>
          <a:xfrm>
            <a:off x="5421881" y="1"/>
            <a:ext cx="3722434"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r>
              <a:rPr lang="en-US" b="1"/>
              <a:t>Successes in Privacy Protection</a:t>
            </a:r>
          </a:p>
        </p:txBody>
      </p:sp>
      <p:graphicFrame>
        <p:nvGraphicFramePr>
          <p:cNvPr id="5" name="Content Placeholder 2">
            <a:extLst>
              <a:ext uri="{FF2B5EF4-FFF2-40B4-BE49-F238E27FC236}">
                <a16:creationId xmlns:a16="http://schemas.microsoft.com/office/drawing/2014/main" id="{684A4981-A37A-B59F-B233-ED6635162138}"/>
              </a:ext>
            </a:extLst>
          </p:cNvPr>
          <p:cNvGraphicFramePr>
            <a:graphicFrameLocks noGrp="1"/>
          </p:cNvGraphicFramePr>
          <p:nvPr>
            <p:ph idx="1"/>
            <p:extLst>
              <p:ext uri="{D42A27DB-BD31-4B8C-83A1-F6EECF244321}">
                <p14:modId xmlns:p14="http://schemas.microsoft.com/office/powerpoint/2010/main" val="1208866088"/>
              </p:ext>
            </p:extLst>
          </p:nvPr>
        </p:nvGraphicFramePr>
        <p:xfrm>
          <a:off x="484583" y="2237362"/>
          <a:ext cx="7053264" cy="40467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AEA421-5F29-4BA7-9360-2501B5987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9348F0CB-4904-4DEF-BDD4-ADEC2DCC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pPr>
              <a:lnSpc>
                <a:spcPct val="90000"/>
              </a:lnSpc>
            </a:pPr>
            <a:r>
              <a:rPr lang="en-US" sz="3600" b="1">
                <a:solidFill>
                  <a:srgbClr val="EBEBEB"/>
                </a:solidFill>
              </a:rPr>
              <a:t>Failures and Lessons Learned</a:t>
            </a:r>
          </a:p>
        </p:txBody>
      </p:sp>
      <p:sp>
        <p:nvSpPr>
          <p:cNvPr id="13" name="Rectangle 12">
            <a:extLst>
              <a:ext uri="{FF2B5EF4-FFF2-40B4-BE49-F238E27FC236}">
                <a16:creationId xmlns:a16="http://schemas.microsoft.com/office/drawing/2014/main" id="{1583E1B8-79B3-49BB-8704-58E4AB1A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7BB34D5F-2B87-438E-8236-69C6068D4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2"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11AC8D6C-B2E1-BB1B-1037-4E3ACDE18A53}"/>
              </a:ext>
            </a:extLst>
          </p:cNvPr>
          <p:cNvGraphicFramePr>
            <a:graphicFrameLocks noGrp="1"/>
          </p:cNvGraphicFramePr>
          <p:nvPr>
            <p:ph idx="1"/>
            <p:extLst>
              <p:ext uri="{D42A27DB-BD31-4B8C-83A1-F6EECF244321}">
                <p14:modId xmlns:p14="http://schemas.microsoft.com/office/powerpoint/2010/main" val="3305603372"/>
              </p:ext>
            </p:extLst>
          </p:nvPr>
        </p:nvGraphicFramePr>
        <p:xfrm>
          <a:off x="486697" y="2810256"/>
          <a:ext cx="8171528" cy="34042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7" y="629266"/>
            <a:ext cx="6939116" cy="1223983"/>
          </a:xfrm>
        </p:spPr>
        <p:txBody>
          <a:bodyPr>
            <a:normAutofit/>
          </a:bodyPr>
          <a:lstStyle/>
          <a:p>
            <a:r>
              <a:rPr lang="en-US" b="1" dirty="0"/>
              <a:t>Key Takeaways</a:t>
            </a:r>
          </a:p>
        </p:txBody>
      </p:sp>
      <p:sp>
        <p:nvSpPr>
          <p:cNvPr id="3" name="Content Placeholder 2"/>
          <p:cNvSpPr>
            <a:spLocks noGrp="1"/>
          </p:cNvSpPr>
          <p:nvPr>
            <p:ph idx="1"/>
          </p:nvPr>
        </p:nvSpPr>
        <p:spPr>
          <a:xfrm>
            <a:off x="827483" y="2052214"/>
            <a:ext cx="4474045" cy="4196185"/>
          </a:xfrm>
        </p:spPr>
        <p:txBody>
          <a:bodyPr>
            <a:normAutofit/>
          </a:bodyPr>
          <a:lstStyle/>
          <a:p>
            <a:r>
              <a:rPr lang="en-US" dirty="0"/>
              <a:t>Balance Security and Rights</a:t>
            </a:r>
          </a:p>
          <a:p>
            <a:r>
              <a:rPr lang="en-US" dirty="0"/>
              <a:t>Follow Legal Frameworks</a:t>
            </a:r>
          </a:p>
          <a:p>
            <a:r>
              <a:rPr lang="en-US" dirty="0"/>
              <a:t>Embed Privacy Principles</a:t>
            </a:r>
          </a:p>
          <a:p>
            <a:r>
              <a:rPr lang="en-US" dirty="0"/>
              <a:t>Ensure Robust Oversight</a:t>
            </a:r>
          </a:p>
          <a:p>
            <a:r>
              <a:rPr lang="en-US" dirty="0"/>
              <a:t>Invest in Training and Culture</a:t>
            </a:r>
          </a:p>
          <a:p>
            <a:r>
              <a:rPr lang="en-US" dirty="0"/>
              <a:t>Engage the community</a:t>
            </a:r>
          </a:p>
        </p:txBody>
      </p:sp>
      <p:pic>
        <p:nvPicPr>
          <p:cNvPr id="7" name="Graphic 6" descr="Laptop Secure">
            <a:extLst>
              <a:ext uri="{FF2B5EF4-FFF2-40B4-BE49-F238E27FC236}">
                <a16:creationId xmlns:a16="http://schemas.microsoft.com/office/drawing/2014/main" id="{204C84F8-A0AE-EAFD-83E3-7359D46786E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0991" y="2646972"/>
            <a:ext cx="3006666" cy="3006666"/>
          </a:xfrm>
          <a:prstGeom prst="rect">
            <a:avLst/>
          </a:prstGeom>
          <a:effectLst>
            <a:outerShdw blurRad="50800" dist="38100" dir="5400000" algn="t" rotWithShape="0">
              <a:prstClr val="black">
                <a:alpha val="43000"/>
              </a:prst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9141714"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1"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b="23320"/>
          <a:stretch/>
        </p:blipFill>
        <p:spPr>
          <a:xfrm>
            <a:off x="6454408" y="6228080"/>
            <a:ext cx="745301"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191" y="0"/>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p:cNvSpPr>
            <a:spLocks noGrp="1"/>
          </p:cNvSpPr>
          <p:nvPr>
            <p:ph type="title"/>
          </p:nvPr>
        </p:nvSpPr>
        <p:spPr>
          <a:xfrm>
            <a:off x="604646" y="804672"/>
            <a:ext cx="2641019" cy="5248656"/>
          </a:xfrm>
        </p:spPr>
        <p:txBody>
          <a:bodyPr anchor="ctr">
            <a:normAutofit/>
          </a:bodyPr>
          <a:lstStyle/>
          <a:p>
            <a:pPr algn="ctr"/>
            <a:r>
              <a:rPr lang="en-US" sz="3300" b="1" dirty="0"/>
              <a:t>References</a:t>
            </a:r>
          </a:p>
        </p:txBody>
      </p:sp>
      <p:sp>
        <p:nvSpPr>
          <p:cNvPr id="3" name="Content Placeholder 2"/>
          <p:cNvSpPr>
            <a:spLocks noGrp="1"/>
          </p:cNvSpPr>
          <p:nvPr>
            <p:ph idx="1"/>
          </p:nvPr>
        </p:nvSpPr>
        <p:spPr>
          <a:xfrm>
            <a:off x="3731895" y="804671"/>
            <a:ext cx="4799948" cy="5248657"/>
          </a:xfrm>
        </p:spPr>
        <p:txBody>
          <a:bodyPr anchor="ctr">
            <a:normAutofit fontScale="62500" lnSpcReduction="20000"/>
          </a:bodyPr>
          <a:lstStyle/>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Berman, E. (2014).</a:t>
            </a:r>
            <a:b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b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Regulating domestic intelligence collection.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Washington and Lee Law Review, 71</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(1), 3–86. </a:t>
            </a:r>
            <a:r>
              <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5"/>
              </a:rPr>
              <a:t>https://scholarlycommons.law.wlu.edu/wlulr/vol71/iss1/5/</a:t>
            </a:r>
            <a:endPar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endParaRPr>
          </a:p>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Carter, D. L. (2022).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Law enforcement intelligence: A guide for state, local, and tribal law enforcement agencies</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(3rd ed.). U.S. Department of Justice. </a:t>
            </a:r>
            <a:r>
              <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6"/>
              </a:rPr>
              <a:t>https://www.ojp.gov/library/publications/law-enforcement-intelligence-guide-state-local-and-tribal-law-enforcement</a:t>
            </a:r>
            <a:endPar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endParaRPr>
          </a:p>
          <a:p>
            <a:r>
              <a:rPr lang="en-US" sz="1800" dirty="0">
                <a:effectLst/>
                <a:latin typeface="Times New Roman" panose="02020603050405020304" pitchFamily="18" charset="0"/>
                <a:ea typeface="Aptos" panose="020B0004020202020204" pitchFamily="34" charset="0"/>
              </a:rPr>
              <a:t>Carter, J. G., Carter, D. L., Chermak, S., &amp; McGarrell, E. F. (2016).</a:t>
            </a:r>
            <a:br>
              <a:rPr lang="en-US" sz="1800" dirty="0">
                <a:effectLst/>
                <a:latin typeface="Times New Roman" panose="02020603050405020304" pitchFamily="18" charset="0"/>
                <a:ea typeface="Aptos" panose="020B0004020202020204" pitchFamily="34" charset="0"/>
              </a:rPr>
            </a:br>
            <a:r>
              <a:rPr lang="en-US" sz="1800" dirty="0">
                <a:effectLst/>
                <a:latin typeface="Times New Roman" panose="02020603050405020304" pitchFamily="18" charset="0"/>
                <a:ea typeface="Aptos" panose="020B0004020202020204" pitchFamily="34" charset="0"/>
              </a:rPr>
              <a:t>Law enforcement fusion centers: Cultivating an information sharing environment while safeguarding privacy. </a:t>
            </a:r>
            <a:r>
              <a:rPr lang="en-US" sz="1800" i="1" dirty="0">
                <a:effectLst/>
                <a:latin typeface="Times New Roman" panose="02020603050405020304" pitchFamily="18" charset="0"/>
                <a:ea typeface="Aptos" panose="020B0004020202020204" pitchFamily="34" charset="0"/>
              </a:rPr>
              <a:t>Journal of Police and Criminal Psychology, 31</a:t>
            </a:r>
            <a:r>
              <a:rPr lang="en-US" sz="1800" dirty="0">
                <a:effectLst/>
                <a:latin typeface="Times New Roman" panose="02020603050405020304" pitchFamily="18" charset="0"/>
                <a:ea typeface="Aptos" panose="020B0004020202020204" pitchFamily="34" charset="0"/>
              </a:rPr>
              <a:t>(1), 39–49. </a:t>
            </a:r>
            <a:r>
              <a:rPr lang="en-US" sz="1800" u="sng"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7"/>
              </a:rPr>
              <a:t>https://scholarworks.indianapolis.iu.edu/server/api/core/bitstreams/fb85a682-1dc1-4759-b4bb-c0c2709b028f/content</a:t>
            </a:r>
            <a:endParaRPr lang="en-US" sz="1800" u="sng" dirty="0">
              <a:solidFill>
                <a:srgbClr val="467886"/>
              </a:solidFill>
              <a:latin typeface="Times New Roman" panose="02020603050405020304" pitchFamily="18" charset="0"/>
              <a:ea typeface="Aptos" panose="020B0004020202020204" pitchFamily="34" charset="0"/>
              <a:cs typeface="Times New Roman" panose="02020603050405020304" pitchFamily="18" charset="0"/>
            </a:endParaRPr>
          </a:p>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Grana, G., &amp; Windell, J. (2021).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Crime and intelligence analysis: An integrated real-time approach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(2nd ed.). Routledge.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Oerlemans, J. J., &amp;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Langenhuijzen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 (2024).</a:t>
            </a:r>
            <a:b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b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Balancing national security and privacy: Examining the use of commercially available information in OSINT practices.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International Journal of Intelligence and </a:t>
            </a:r>
            <a:r>
              <a:rPr lang="en-US" sz="1800" i="1" kern="100" dirty="0" err="1">
                <a:effectLst/>
                <a:latin typeface="Times New Roman" panose="02020603050405020304" pitchFamily="18" charset="0"/>
                <a:ea typeface="Aptos" panose="020B0004020202020204" pitchFamily="34" charset="0"/>
                <a:cs typeface="Times New Roman" panose="02020603050405020304" pitchFamily="18" charset="0"/>
              </a:rPr>
              <a:t>CounterIntelligence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Advance online publication. </a:t>
            </a:r>
            <a:r>
              <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hlinkClick r:id="rId8"/>
              </a:rPr>
              <a:t>https://www.tandfonline.com/doi/full/10.1080/08850607.2024.2387850</a:t>
            </a:r>
            <a:endParaRPr lang="en-US" sz="1800" u="sng" kern="100" dirty="0">
              <a:solidFill>
                <a:srgbClr val="467886"/>
              </a:solidFill>
              <a:effectLst/>
              <a:latin typeface="Times New Roman" panose="02020603050405020304" pitchFamily="18" charset="0"/>
              <a:ea typeface="Aptos" panose="020B0004020202020204" pitchFamily="34" charset="0"/>
              <a:cs typeface="Times New Roman" panose="02020603050405020304" pitchFamily="18" charset="0"/>
            </a:endParaRPr>
          </a:p>
          <a:p>
            <a:r>
              <a:rPr lang="en-US" sz="1600" dirty="0"/>
              <a:t>U.S. Department of Homeland Security. (2015, October 26). </a:t>
            </a:r>
            <a:r>
              <a:rPr lang="en-US" sz="1600" i="1" dirty="0"/>
              <a:t>National strategy for information sharing and safeguarding</a:t>
            </a:r>
            <a:r>
              <a:rPr lang="en-US" sz="1600" dirty="0"/>
              <a:t>. </a:t>
            </a:r>
            <a:r>
              <a:rPr lang="en-US" sz="1600" dirty="0">
                <a:hlinkClick r:id="rId9"/>
              </a:rPr>
              <a:t>https://www.dhs.gov/sites/default/files/publications/15_1026_NSI_National-Strategy-Information-Sharing-Safeguarding.pdf</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88</TotalTime>
  <Words>1087</Words>
  <Application>Microsoft Office PowerPoint</Application>
  <PresentationFormat>On-screen Show (4:3)</PresentationFormat>
  <Paragraphs>100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Century Gothic</vt:lpstr>
      <vt:lpstr>Segoe UI Emoji</vt:lpstr>
      <vt:lpstr>Times New Roman</vt:lpstr>
      <vt:lpstr>Wingdings 3</vt:lpstr>
      <vt:lpstr>Ion</vt:lpstr>
      <vt:lpstr>Privacy and Civil Liberties in Law Enforcement Intelligence</vt:lpstr>
      <vt:lpstr>Why This Topic Matters</vt:lpstr>
      <vt:lpstr>Defining the Terms</vt:lpstr>
      <vt:lpstr>Comparing Civil Rights and Civil Liberties</vt:lpstr>
      <vt:lpstr>Privacy Principles from NSISS</vt:lpstr>
      <vt:lpstr>28 CFR Part 23 - Safeguards for Criminal Intelligence</vt:lpstr>
      <vt:lpstr>Real-World Application Example</vt:lpstr>
      <vt:lpstr>Privacy Challenges in Suspicious Activity Reports</vt:lpstr>
      <vt:lpstr>Fusion Centers - A Success Story and a Caution</vt:lpstr>
      <vt:lpstr>Open-Source Intelligence (OSINT) Privacy Risks</vt:lpstr>
      <vt:lpstr>Successes in Privacy Protection</vt:lpstr>
      <vt:lpstr>Failures and Lessons Learned</vt:lpstr>
      <vt:lpstr>Key Takeaways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Tyler James Vander Mooren</cp:lastModifiedBy>
  <cp:revision>18</cp:revision>
  <dcterms:created xsi:type="dcterms:W3CDTF">2013-01-27T09:14:16Z</dcterms:created>
  <dcterms:modified xsi:type="dcterms:W3CDTF">2025-05-01T22:22:13Z</dcterms:modified>
  <cp:category/>
</cp:coreProperties>
</file>