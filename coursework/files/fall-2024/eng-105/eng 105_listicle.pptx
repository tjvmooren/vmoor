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60" r:id="rId4"/>
    <p:sldId id="257" r:id="rId5"/>
    <p:sldId id="25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8D43AB-1703-4085-AA51-85FE1B5ED3F5}" type="datetimeFigureOut">
              <a:rPr lang="en-US" smtClean="0"/>
              <a:t>10/10/2024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2346875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8D43AB-1703-4085-AA51-85FE1B5ED3F5}" type="datetimeFigureOut">
              <a:rPr lang="en-US" smtClean="0"/>
              <a:t>10/10/2024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1835762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8D43AB-1703-4085-AA51-85FE1B5ED3F5}" type="datetimeFigureOut">
              <a:rPr lang="en-US" smtClean="0"/>
              <a:t>10/10/2024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1749455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728D43AB-1703-4085-AA51-85FE1B5ED3F5}" type="datetimeFigureOut">
              <a:rPr lang="en-US" smtClean="0"/>
              <a:t>10/10/2024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2685758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728D43AB-1703-4085-AA51-85FE1B5ED3F5}" type="datetimeFigureOut">
              <a:rPr lang="en-US" smtClean="0"/>
              <a:t>10/10/2024</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2133137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728D43AB-1703-4085-AA51-85FE1B5ED3F5}" type="datetimeFigureOut">
              <a:rPr lang="en-US" smtClean="0"/>
              <a:t>10/10/2024</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110359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28D43AB-1703-4085-AA51-85FE1B5ED3F5}" type="datetimeFigureOut">
              <a:rPr lang="en-US" smtClean="0"/>
              <a:t>10/10/2024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2793271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28D43AB-1703-4085-AA51-85FE1B5ED3F5}" type="datetimeFigureOut">
              <a:rPr lang="en-US" smtClean="0"/>
              <a:t>10/10/2024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1100828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28D43AB-1703-4085-AA51-85FE1B5ED3F5}" type="datetimeFigureOut">
              <a:rPr lang="en-US" smtClean="0"/>
              <a:t>10/10/2024</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2948882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8D43AB-1703-4085-AA51-85FE1B5ED3F5}" type="datetimeFigureOut">
              <a:rPr lang="en-US" smtClean="0"/>
              <a:t>10/10/2024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1638476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8D43AB-1703-4085-AA51-85FE1B5ED3F5}" type="datetimeFigureOut">
              <a:rPr lang="en-US" smtClean="0"/>
              <a:t>10/10/2024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259B22-5D5D-4B88-ADBA-1186C9EEEE99}" type="slidenum">
              <a:rPr lang="en-US" smtClean="0"/>
              <a:t>‹#›</a:t>
            </a:fld>
            <a:endParaRPr lang="en-US"/>
          </a:p>
        </p:txBody>
      </p:sp>
    </p:spTree>
    <p:extLst>
      <p:ext uri="{BB962C8B-B14F-4D97-AF65-F5344CB8AC3E}">
        <p14:creationId xmlns:p14="http://schemas.microsoft.com/office/powerpoint/2010/main" val="391684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728D43AB-1703-4085-AA51-85FE1B5ED3F5}" type="datetimeFigureOut">
              <a:rPr lang="en-US" smtClean="0"/>
              <a:t>10/10/2024</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98259B22-5D5D-4B88-ADBA-1186C9EEEE99}" type="slidenum">
              <a:rPr lang="en-US" smtClean="0"/>
              <a:t>‹#›</a:t>
            </a:fld>
            <a:endParaRPr lang="en-US"/>
          </a:p>
        </p:txBody>
      </p:sp>
    </p:spTree>
    <p:extLst>
      <p:ext uri="{BB962C8B-B14F-4D97-AF65-F5344CB8AC3E}">
        <p14:creationId xmlns:p14="http://schemas.microsoft.com/office/powerpoint/2010/main" val="219035796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BE0DD-14B2-23A7-6375-2926D96D5768}"/>
              </a:ext>
            </a:extLst>
          </p:cNvPr>
          <p:cNvSpPr>
            <a:spLocks noGrp="1"/>
          </p:cNvSpPr>
          <p:nvPr>
            <p:ph type="ctrTitle"/>
          </p:nvPr>
        </p:nvSpPr>
        <p:spPr/>
        <p:txBody>
          <a:bodyPr/>
          <a:lstStyle/>
          <a:p>
            <a:r>
              <a:rPr lang="en-US" dirty="0"/>
              <a:t>4 Quick Tips to being Successful in Online Classes</a:t>
            </a:r>
          </a:p>
        </p:txBody>
      </p:sp>
      <p:sp>
        <p:nvSpPr>
          <p:cNvPr id="3" name="Subtitle 2">
            <a:extLst>
              <a:ext uri="{FF2B5EF4-FFF2-40B4-BE49-F238E27FC236}">
                <a16:creationId xmlns:a16="http://schemas.microsoft.com/office/drawing/2014/main" id="{48269EDF-C421-C566-8E5C-F79AF5828126}"/>
              </a:ext>
            </a:extLst>
          </p:cNvPr>
          <p:cNvSpPr>
            <a:spLocks noGrp="1"/>
          </p:cNvSpPr>
          <p:nvPr>
            <p:ph type="subTitle" idx="1"/>
          </p:nvPr>
        </p:nvSpPr>
        <p:spPr/>
        <p:txBody>
          <a:bodyPr/>
          <a:lstStyle/>
          <a:p>
            <a:r>
              <a:rPr lang="en-US" dirty="0"/>
              <a:t>Tyler Vander Mooren</a:t>
            </a:r>
          </a:p>
        </p:txBody>
      </p:sp>
      <p:pic>
        <p:nvPicPr>
          <p:cNvPr id="36" name="Audio 35">
            <a:hlinkClick r:id="" action="ppaction://media"/>
            <a:extLst>
              <a:ext uri="{FF2B5EF4-FFF2-40B4-BE49-F238E27FC236}">
                <a16:creationId xmlns:a16="http://schemas.microsoft.com/office/drawing/2014/main" id="{29F5E158-8CFD-F4C5-1AEA-D94BE0CEA392}"/>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062383900"/>
      </p:ext>
    </p:extLst>
  </p:cSld>
  <p:clrMapOvr>
    <a:masterClrMapping/>
  </p:clrMapOvr>
  <mc:AlternateContent xmlns:mc="http://schemas.openxmlformats.org/markup-compatibility/2006">
    <mc:Choice xmlns:p14="http://schemas.microsoft.com/office/powerpoint/2010/main" Requires="p14">
      <p:transition spd="slow" p14:dur="2000" advTm="12426"/>
    </mc:Choice>
    <mc:Fallback>
      <p:transition spd="slow" advTm="124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3831-8C28-8A37-7DBE-A443A1CD253E}"/>
              </a:ext>
            </a:extLst>
          </p:cNvPr>
          <p:cNvSpPr>
            <a:spLocks noGrp="1"/>
          </p:cNvSpPr>
          <p:nvPr>
            <p:ph type="title"/>
          </p:nvPr>
        </p:nvSpPr>
        <p:spPr/>
        <p:txBody>
          <a:bodyPr/>
          <a:lstStyle/>
          <a:p>
            <a:r>
              <a:rPr lang="en-US" dirty="0"/>
              <a:t>Create a Productive Learning Environment</a:t>
            </a:r>
          </a:p>
        </p:txBody>
      </p:sp>
      <p:sp>
        <p:nvSpPr>
          <p:cNvPr id="3" name="Content Placeholder 2">
            <a:extLst>
              <a:ext uri="{FF2B5EF4-FFF2-40B4-BE49-F238E27FC236}">
                <a16:creationId xmlns:a16="http://schemas.microsoft.com/office/drawing/2014/main" id="{190A38EC-B3A7-2D2E-C38F-4AD757C89537}"/>
              </a:ext>
            </a:extLst>
          </p:cNvPr>
          <p:cNvSpPr>
            <a:spLocks noGrp="1"/>
          </p:cNvSpPr>
          <p:nvPr>
            <p:ph idx="1"/>
          </p:nvPr>
        </p:nvSpPr>
        <p:spPr/>
        <p:txBody>
          <a:bodyPr/>
          <a:lstStyle/>
          <a:p>
            <a:r>
              <a:rPr lang="en-US" dirty="0"/>
              <a:t>Find </a:t>
            </a:r>
            <a:r>
              <a:rPr lang="en-US"/>
              <a:t>a Place that’s Comfortable, Doesn’t have </a:t>
            </a:r>
            <a:r>
              <a:rPr lang="en-US" dirty="0"/>
              <a:t>D</a:t>
            </a:r>
            <a:r>
              <a:rPr lang="en-US"/>
              <a:t>istractions </a:t>
            </a:r>
            <a:r>
              <a:rPr lang="en-US" dirty="0"/>
              <a:t>and </a:t>
            </a:r>
            <a:r>
              <a:rPr lang="en-US"/>
              <a:t>has Access to Materials you’ll Need</a:t>
            </a:r>
            <a:endParaRPr lang="en-US" dirty="0"/>
          </a:p>
          <a:p>
            <a:pPr lvl="1"/>
            <a:r>
              <a:rPr lang="en-US" dirty="0"/>
              <a:t>Access to a bathroom, internet, food and materials are a must</a:t>
            </a:r>
          </a:p>
          <a:p>
            <a:pPr lvl="1"/>
            <a:r>
              <a:rPr lang="en-US" dirty="0"/>
              <a:t>Somewhere you can get up and stretch and not get interrupted</a:t>
            </a:r>
          </a:p>
          <a:p>
            <a:pPr lvl="1"/>
            <a:r>
              <a:rPr lang="en-US" dirty="0"/>
              <a:t>Some tips: A spare room/office, library study room, noise-cancelling headphones(if you must work in space with distractions)</a:t>
            </a:r>
          </a:p>
          <a:p>
            <a:pPr lvl="1"/>
            <a:endParaRPr lang="en-US" dirty="0"/>
          </a:p>
          <a:p>
            <a:endParaRPr lang="en-US" dirty="0"/>
          </a:p>
        </p:txBody>
      </p:sp>
      <p:pic>
        <p:nvPicPr>
          <p:cNvPr id="15" name="Audio 14">
            <a:hlinkClick r:id="" action="ppaction://media"/>
            <a:extLst>
              <a:ext uri="{FF2B5EF4-FFF2-40B4-BE49-F238E27FC236}">
                <a16:creationId xmlns:a16="http://schemas.microsoft.com/office/drawing/2014/main" id="{23C5440C-5E13-3225-E949-452A4D4B2A84}"/>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932870722"/>
      </p:ext>
    </p:extLst>
  </p:cSld>
  <p:clrMapOvr>
    <a:masterClrMapping/>
  </p:clrMapOvr>
  <mc:AlternateContent xmlns:mc="http://schemas.openxmlformats.org/markup-compatibility/2006">
    <mc:Choice xmlns:p14="http://schemas.microsoft.com/office/powerpoint/2010/main" Requires="p14">
      <p:transition spd="slow" p14:dur="2000" advTm="53618"/>
    </mc:Choice>
    <mc:Fallback>
      <p:transition spd="slow" advTm="536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149DD-1B5B-1324-77EA-E53D9743E224}"/>
              </a:ext>
            </a:extLst>
          </p:cNvPr>
          <p:cNvSpPr>
            <a:spLocks noGrp="1"/>
          </p:cNvSpPr>
          <p:nvPr>
            <p:ph type="title"/>
          </p:nvPr>
        </p:nvSpPr>
        <p:spPr/>
        <p:txBody>
          <a:bodyPr/>
          <a:lstStyle/>
          <a:p>
            <a:r>
              <a:rPr lang="en-US" dirty="0"/>
              <a:t>Limit Distractions</a:t>
            </a:r>
          </a:p>
        </p:txBody>
      </p:sp>
      <p:sp>
        <p:nvSpPr>
          <p:cNvPr id="3" name="Content Placeholder 2">
            <a:extLst>
              <a:ext uri="{FF2B5EF4-FFF2-40B4-BE49-F238E27FC236}">
                <a16:creationId xmlns:a16="http://schemas.microsoft.com/office/drawing/2014/main" id="{FCFE02A3-E864-5E67-7FD5-F547A1175428}"/>
              </a:ext>
            </a:extLst>
          </p:cNvPr>
          <p:cNvSpPr>
            <a:spLocks noGrp="1"/>
          </p:cNvSpPr>
          <p:nvPr>
            <p:ph idx="1"/>
          </p:nvPr>
        </p:nvSpPr>
        <p:spPr/>
        <p:txBody>
          <a:bodyPr>
            <a:normAutofit/>
          </a:bodyPr>
          <a:lstStyle/>
          <a:p>
            <a:r>
              <a:rPr lang="en-US" dirty="0"/>
              <a:t>Limit Time on Social Media </a:t>
            </a:r>
          </a:p>
          <a:p>
            <a:pPr lvl="1"/>
            <a:r>
              <a:rPr lang="en-US" dirty="0"/>
              <a:t>Being so easily accessible its hard not be tempted</a:t>
            </a:r>
          </a:p>
          <a:p>
            <a:pPr lvl="1"/>
            <a:r>
              <a:rPr lang="en-US" dirty="0"/>
              <a:t>But Social Media can influence you before working on a project.</a:t>
            </a:r>
          </a:p>
          <a:p>
            <a:pPr lvl="2"/>
            <a:r>
              <a:rPr lang="en-US" dirty="0"/>
              <a:t>Making you mad, sad or simply distract you for too long</a:t>
            </a:r>
          </a:p>
          <a:p>
            <a:pPr lvl="1"/>
            <a:r>
              <a:rPr lang="en-US" dirty="0"/>
              <a:t>Find an app that locks social media and other apps when you are beginning on schoolwork</a:t>
            </a:r>
          </a:p>
          <a:p>
            <a:r>
              <a:rPr lang="en-US" dirty="0"/>
              <a:t>Focus your Attention on One Project at a Time, Avoid Multitasking.</a:t>
            </a:r>
          </a:p>
          <a:p>
            <a:pPr lvl="1"/>
            <a:r>
              <a:rPr lang="en-US" dirty="0"/>
              <a:t>Multitasking will often lead to extra energy use, disruption of focus, and likelihood of error</a:t>
            </a:r>
          </a:p>
        </p:txBody>
      </p:sp>
      <p:pic>
        <p:nvPicPr>
          <p:cNvPr id="6" name="Audio 5">
            <a:hlinkClick r:id="" action="ppaction://media"/>
            <a:extLst>
              <a:ext uri="{FF2B5EF4-FFF2-40B4-BE49-F238E27FC236}">
                <a16:creationId xmlns:a16="http://schemas.microsoft.com/office/drawing/2014/main" id="{ABAECA25-EAE5-BE7A-02B4-A4927892940F}"/>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983924993"/>
      </p:ext>
    </p:extLst>
  </p:cSld>
  <p:clrMapOvr>
    <a:masterClrMapping/>
  </p:clrMapOvr>
  <mc:AlternateContent xmlns:mc="http://schemas.openxmlformats.org/markup-compatibility/2006">
    <mc:Choice xmlns:p14="http://schemas.microsoft.com/office/powerpoint/2010/main" Requires="p14">
      <p:transition spd="slow" p14:dur="2000" advTm="84133"/>
    </mc:Choice>
    <mc:Fallback>
      <p:transition spd="slow" advTm="841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5F98-6821-71B3-45D2-B7667D1F3E12}"/>
              </a:ext>
            </a:extLst>
          </p:cNvPr>
          <p:cNvSpPr>
            <a:spLocks noGrp="1"/>
          </p:cNvSpPr>
          <p:nvPr>
            <p:ph type="title"/>
          </p:nvPr>
        </p:nvSpPr>
        <p:spPr/>
        <p:txBody>
          <a:bodyPr/>
          <a:lstStyle/>
          <a:p>
            <a:r>
              <a:rPr lang="en-US" dirty="0"/>
              <a:t>Schedule, Schedule, Schedule</a:t>
            </a:r>
          </a:p>
        </p:txBody>
      </p:sp>
      <p:sp>
        <p:nvSpPr>
          <p:cNvPr id="3" name="Content Placeholder 2">
            <a:extLst>
              <a:ext uri="{FF2B5EF4-FFF2-40B4-BE49-F238E27FC236}">
                <a16:creationId xmlns:a16="http://schemas.microsoft.com/office/drawing/2014/main" id="{08AD786C-5691-4487-2139-F8E673F3CB14}"/>
              </a:ext>
            </a:extLst>
          </p:cNvPr>
          <p:cNvSpPr>
            <a:spLocks noGrp="1"/>
          </p:cNvSpPr>
          <p:nvPr>
            <p:ph idx="1"/>
          </p:nvPr>
        </p:nvSpPr>
        <p:spPr/>
        <p:txBody>
          <a:bodyPr>
            <a:normAutofit/>
          </a:bodyPr>
          <a:lstStyle/>
          <a:p>
            <a:r>
              <a:rPr lang="en-US" dirty="0"/>
              <a:t>Develop Strong Time Management Skills</a:t>
            </a:r>
          </a:p>
          <a:p>
            <a:pPr lvl="1"/>
            <a:r>
              <a:rPr lang="en-US" dirty="0"/>
              <a:t>This is something learned over time, if it isn’t one of your strengths. Really sit down and look at your schedule. Block out every part of your day and assign half-hour increments to each then fill sections. You might be surprised how many free time blocks you have on certain days. </a:t>
            </a:r>
          </a:p>
          <a:p>
            <a:r>
              <a:rPr lang="en-US" dirty="0"/>
              <a:t>Set a Schedule For Completing and Reviewing Assignments</a:t>
            </a:r>
          </a:p>
          <a:p>
            <a:pPr lvl="1"/>
            <a:r>
              <a:rPr lang="en-US" dirty="0"/>
              <a:t>Leave an extra day if you can, to read through assignments before submitting</a:t>
            </a:r>
          </a:p>
          <a:p>
            <a:pPr lvl="1"/>
            <a:r>
              <a:rPr lang="en-US" dirty="0"/>
              <a:t>Set goals daily, weekly, monthly to motivate and help guide you towards the finish line</a:t>
            </a:r>
          </a:p>
          <a:p>
            <a:pPr lvl="1"/>
            <a:r>
              <a:rPr lang="en-US" dirty="0"/>
              <a:t>Find time to connect with your professor</a:t>
            </a:r>
          </a:p>
          <a:p>
            <a:pPr lvl="2"/>
            <a:r>
              <a:rPr lang="en-US" dirty="0"/>
              <a:t>Professors want to help and if they see that you’re dedicated, they’re more likely to help you when you are struggling or behind. Often allowing extensions when truly needed.</a:t>
            </a:r>
          </a:p>
          <a:p>
            <a:pPr marL="457200" lvl="1" indent="0">
              <a:buNone/>
            </a:pPr>
            <a:endParaRPr lang="en-US" dirty="0"/>
          </a:p>
        </p:txBody>
      </p:sp>
      <p:pic>
        <p:nvPicPr>
          <p:cNvPr id="7" name="Audio 6">
            <a:hlinkClick r:id="" action="ppaction://media"/>
            <a:extLst>
              <a:ext uri="{FF2B5EF4-FFF2-40B4-BE49-F238E27FC236}">
                <a16:creationId xmlns:a16="http://schemas.microsoft.com/office/drawing/2014/main" id="{A2A427EB-61B8-A15A-3137-6DB676E14791}"/>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579979452"/>
      </p:ext>
    </p:extLst>
  </p:cSld>
  <p:clrMapOvr>
    <a:masterClrMapping/>
  </p:clrMapOvr>
  <mc:AlternateContent xmlns:mc="http://schemas.openxmlformats.org/markup-compatibility/2006">
    <mc:Choice xmlns:p14="http://schemas.microsoft.com/office/powerpoint/2010/main" Requires="p14">
      <p:transition spd="slow" p14:dur="2000" advTm="114406"/>
    </mc:Choice>
    <mc:Fallback>
      <p:transition spd="slow" advTm="1144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39394"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F96FF-CB06-E211-1F41-524397E53955}"/>
              </a:ext>
            </a:extLst>
          </p:cNvPr>
          <p:cNvSpPr>
            <a:spLocks noGrp="1"/>
          </p:cNvSpPr>
          <p:nvPr>
            <p:ph type="title"/>
          </p:nvPr>
        </p:nvSpPr>
        <p:spPr/>
        <p:txBody>
          <a:bodyPr/>
          <a:lstStyle/>
          <a:p>
            <a:r>
              <a:rPr lang="en-US" dirty="0"/>
              <a:t>Keeping a Positive Mindset</a:t>
            </a:r>
          </a:p>
        </p:txBody>
      </p:sp>
      <p:sp>
        <p:nvSpPr>
          <p:cNvPr id="3" name="Content Placeholder 2">
            <a:extLst>
              <a:ext uri="{FF2B5EF4-FFF2-40B4-BE49-F238E27FC236}">
                <a16:creationId xmlns:a16="http://schemas.microsoft.com/office/drawing/2014/main" id="{83967025-0A37-3192-9292-6356C4FE181F}"/>
              </a:ext>
            </a:extLst>
          </p:cNvPr>
          <p:cNvSpPr>
            <a:spLocks noGrp="1"/>
          </p:cNvSpPr>
          <p:nvPr>
            <p:ph idx="1"/>
          </p:nvPr>
        </p:nvSpPr>
        <p:spPr/>
        <p:txBody>
          <a:bodyPr>
            <a:normAutofit/>
          </a:bodyPr>
          <a:lstStyle/>
          <a:p>
            <a:r>
              <a:rPr lang="en-US" dirty="0"/>
              <a:t>Consider a Mantra: “I got this” to help through tough times</a:t>
            </a:r>
          </a:p>
          <a:p>
            <a:r>
              <a:rPr lang="en-US" dirty="0"/>
              <a:t>Stay Active</a:t>
            </a:r>
          </a:p>
          <a:p>
            <a:pPr lvl="1"/>
            <a:r>
              <a:rPr lang="en-US" dirty="0"/>
              <a:t>Physical activity is one of the best stress management. Doesn’t matter what it is hitting the gym, playing a sport, going on a walk.</a:t>
            </a:r>
          </a:p>
          <a:p>
            <a:r>
              <a:rPr lang="en-US" dirty="0"/>
              <a:t>Accomplishing the Goals you Set</a:t>
            </a:r>
          </a:p>
          <a:p>
            <a:pPr lvl="1"/>
            <a:r>
              <a:rPr lang="en-US" dirty="0"/>
              <a:t>Will help you feel more motivated seeing all the goals you have set and finished</a:t>
            </a:r>
          </a:p>
          <a:p>
            <a:r>
              <a:rPr lang="en-US" dirty="0"/>
              <a:t>Staying Motivated</a:t>
            </a:r>
          </a:p>
          <a:p>
            <a:pPr lvl="1"/>
            <a:r>
              <a:rPr lang="en-US" dirty="0"/>
              <a:t>Remind yourself daily of Why you are doing this program or class? </a:t>
            </a:r>
          </a:p>
          <a:p>
            <a:pPr lvl="2"/>
            <a:r>
              <a:rPr lang="en-US" dirty="0"/>
              <a:t>Stick it on a note and hang it somewhere to see it visually </a:t>
            </a:r>
          </a:p>
        </p:txBody>
      </p:sp>
      <p:pic>
        <p:nvPicPr>
          <p:cNvPr id="19" name="Audio 18">
            <a:hlinkClick r:id="" action="ppaction://media"/>
            <a:extLst>
              <a:ext uri="{FF2B5EF4-FFF2-40B4-BE49-F238E27FC236}">
                <a16:creationId xmlns:a16="http://schemas.microsoft.com/office/drawing/2014/main" id="{9FE97DED-9401-7527-233E-3617E38CD101}"/>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588353724"/>
      </p:ext>
    </p:extLst>
  </p:cSld>
  <p:clrMapOvr>
    <a:masterClrMapping/>
  </p:clrMapOvr>
  <mc:AlternateContent xmlns:mc="http://schemas.openxmlformats.org/markup-compatibility/2006">
    <mc:Choice xmlns:p14="http://schemas.microsoft.com/office/powerpoint/2010/main" Requires="p14">
      <p:transition spd="slow" p14:dur="2000" advTm="119586"/>
    </mc:Choice>
    <mc:Fallback>
      <p:transition spd="slow" advTm="1195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169</TotalTime>
  <Words>408</Words>
  <Application>Microsoft Office PowerPoint</Application>
  <PresentationFormat>Widescreen</PresentationFormat>
  <Paragraphs>32</Paragraphs>
  <Slides>5</Slides>
  <Notes>0</Notes>
  <HiddenSlides>0</HiddenSlides>
  <MMClips>5</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Corbel</vt:lpstr>
      <vt:lpstr>Wingdings 2</vt:lpstr>
      <vt:lpstr>Frame</vt:lpstr>
      <vt:lpstr>4 Quick Tips to being Successful in Online Classes</vt:lpstr>
      <vt:lpstr>Create a Productive Learning Environment</vt:lpstr>
      <vt:lpstr>Limit Distractions</vt:lpstr>
      <vt:lpstr>Schedule, Schedule, Schedule</vt:lpstr>
      <vt:lpstr>Keeping a Positive Mindset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Tyler James Vander Mooren</dc:creator>
  <cp:lastModifiedBy>Tyler James Vander Mooren</cp:lastModifiedBy>
  <cp:revision>5</cp:revision>
  <dcterms:created xsi:type="dcterms:W3CDTF">2024-10-10T17:53:13Z</dcterms:created>
  <dcterms:modified xsi:type="dcterms:W3CDTF">2024-10-11T03:58:07Z</dcterms:modified>
</cp:coreProperties>
</file>