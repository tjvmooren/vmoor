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2D23A0-60AF-4498-B865-9E3A01515DB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4C910A6-8D52-46A3-960D-2FEC56BD38B6}">
      <dgm:prSet/>
      <dgm:spPr/>
      <dgm:t>
        <a:bodyPr/>
        <a:lstStyle/>
        <a:p>
          <a:r>
            <a:rPr lang="en-US"/>
            <a:t>High volume of Windows event logs</a:t>
          </a:r>
        </a:p>
      </dgm:t>
    </dgm:pt>
    <dgm:pt modelId="{A8BD90B9-2D8C-4A34-ADD8-0214058A5CC0}" type="parTrans" cxnId="{9A7CF7E4-8E85-4AB4-B5FA-D2D6DC1989B3}">
      <dgm:prSet/>
      <dgm:spPr/>
      <dgm:t>
        <a:bodyPr/>
        <a:lstStyle/>
        <a:p>
          <a:endParaRPr lang="en-US"/>
        </a:p>
      </dgm:t>
    </dgm:pt>
    <dgm:pt modelId="{B3D6935B-9F09-432C-B8EA-0CECBC4003D1}" type="sibTrans" cxnId="{9A7CF7E4-8E85-4AB4-B5FA-D2D6DC1989B3}">
      <dgm:prSet/>
      <dgm:spPr/>
      <dgm:t>
        <a:bodyPr/>
        <a:lstStyle/>
        <a:p>
          <a:endParaRPr lang="en-US"/>
        </a:p>
      </dgm:t>
    </dgm:pt>
    <dgm:pt modelId="{FA236344-D436-43E7-8A9E-22639F49C145}">
      <dgm:prSet/>
      <dgm:spPr/>
      <dgm:t>
        <a:bodyPr/>
        <a:lstStyle/>
        <a:p>
          <a:r>
            <a:rPr lang="en-US"/>
            <a:t>LLMs perform well on semi-structured text</a:t>
          </a:r>
        </a:p>
      </dgm:t>
    </dgm:pt>
    <dgm:pt modelId="{647FA6AB-95AF-4B51-9D0C-0D939AECF517}" type="parTrans" cxnId="{29FBC710-DBE1-4D7E-9C18-AE9B9AABACF8}">
      <dgm:prSet/>
      <dgm:spPr/>
      <dgm:t>
        <a:bodyPr/>
        <a:lstStyle/>
        <a:p>
          <a:endParaRPr lang="en-US"/>
        </a:p>
      </dgm:t>
    </dgm:pt>
    <dgm:pt modelId="{A2863496-ECE8-484E-B9E3-C98CCFD33624}" type="sibTrans" cxnId="{29FBC710-DBE1-4D7E-9C18-AE9B9AABACF8}">
      <dgm:prSet/>
      <dgm:spPr/>
      <dgm:t>
        <a:bodyPr/>
        <a:lstStyle/>
        <a:p>
          <a:endParaRPr lang="en-US"/>
        </a:p>
      </dgm:t>
    </dgm:pt>
    <dgm:pt modelId="{971D8602-7C70-4001-AE59-71684DFCCDF4}">
      <dgm:prSet/>
      <dgm:spPr/>
      <dgm:t>
        <a:bodyPr/>
        <a:lstStyle/>
        <a:p>
          <a:r>
            <a:rPr lang="en-US"/>
            <a:t>Further evaluation on structured log detection</a:t>
          </a:r>
        </a:p>
      </dgm:t>
    </dgm:pt>
    <dgm:pt modelId="{FA5CD8B0-15BE-4B35-A546-A877D039954B}" type="parTrans" cxnId="{DC76DA35-695A-4CEA-836C-9F309C3BCDD6}">
      <dgm:prSet/>
      <dgm:spPr/>
      <dgm:t>
        <a:bodyPr/>
        <a:lstStyle/>
        <a:p>
          <a:endParaRPr lang="en-US"/>
        </a:p>
      </dgm:t>
    </dgm:pt>
    <dgm:pt modelId="{43DC6692-7349-409A-869E-89E87750FB79}" type="sibTrans" cxnId="{DC76DA35-695A-4CEA-836C-9F309C3BCDD6}">
      <dgm:prSet/>
      <dgm:spPr/>
      <dgm:t>
        <a:bodyPr/>
        <a:lstStyle/>
        <a:p>
          <a:endParaRPr lang="en-US"/>
        </a:p>
      </dgm:t>
    </dgm:pt>
    <dgm:pt modelId="{39084364-5502-410E-92B4-95ED6BB22DFA}" type="pres">
      <dgm:prSet presAssocID="{442D23A0-60AF-4498-B865-9E3A01515DBE}" presName="root" presStyleCnt="0">
        <dgm:presLayoutVars>
          <dgm:dir/>
          <dgm:resizeHandles val="exact"/>
        </dgm:presLayoutVars>
      </dgm:prSet>
      <dgm:spPr/>
    </dgm:pt>
    <dgm:pt modelId="{9CF70492-4428-42A7-9FA6-F3798C0D2DD7}" type="pres">
      <dgm:prSet presAssocID="{04C910A6-8D52-46A3-960D-2FEC56BD38B6}" presName="compNode" presStyleCnt="0"/>
      <dgm:spPr/>
    </dgm:pt>
    <dgm:pt modelId="{8A6928BC-BA0A-492B-8967-041C68F6DE00}" type="pres">
      <dgm:prSet presAssocID="{04C910A6-8D52-46A3-960D-2FEC56BD38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58661FA-E53F-4828-892D-B8C10EAD2001}" type="pres">
      <dgm:prSet presAssocID="{04C910A6-8D52-46A3-960D-2FEC56BD38B6}" presName="spaceRect" presStyleCnt="0"/>
      <dgm:spPr/>
    </dgm:pt>
    <dgm:pt modelId="{C9794B5D-0E74-4C36-9A48-29AA0BFA8684}" type="pres">
      <dgm:prSet presAssocID="{04C910A6-8D52-46A3-960D-2FEC56BD38B6}" presName="textRect" presStyleLbl="revTx" presStyleIdx="0" presStyleCnt="3">
        <dgm:presLayoutVars>
          <dgm:chMax val="1"/>
          <dgm:chPref val="1"/>
        </dgm:presLayoutVars>
      </dgm:prSet>
      <dgm:spPr/>
    </dgm:pt>
    <dgm:pt modelId="{EA42134D-3843-48FA-97C7-1D49F2A5371F}" type="pres">
      <dgm:prSet presAssocID="{B3D6935B-9F09-432C-B8EA-0CECBC4003D1}" presName="sibTrans" presStyleCnt="0"/>
      <dgm:spPr/>
    </dgm:pt>
    <dgm:pt modelId="{C59F426B-C27C-42B7-8631-44D01FC49217}" type="pres">
      <dgm:prSet presAssocID="{FA236344-D436-43E7-8A9E-22639F49C145}" presName="compNode" presStyleCnt="0"/>
      <dgm:spPr/>
    </dgm:pt>
    <dgm:pt modelId="{FDE44A32-28B9-4F85-95D5-B37580FA43EF}" type="pres">
      <dgm:prSet presAssocID="{FA236344-D436-43E7-8A9E-22639F49C1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553640E-2273-4AF4-9C7C-F23D1A759083}" type="pres">
      <dgm:prSet presAssocID="{FA236344-D436-43E7-8A9E-22639F49C145}" presName="spaceRect" presStyleCnt="0"/>
      <dgm:spPr/>
    </dgm:pt>
    <dgm:pt modelId="{892E28C6-EA22-47D9-8B70-9E21AE7726E0}" type="pres">
      <dgm:prSet presAssocID="{FA236344-D436-43E7-8A9E-22639F49C145}" presName="textRect" presStyleLbl="revTx" presStyleIdx="1" presStyleCnt="3">
        <dgm:presLayoutVars>
          <dgm:chMax val="1"/>
          <dgm:chPref val="1"/>
        </dgm:presLayoutVars>
      </dgm:prSet>
      <dgm:spPr/>
    </dgm:pt>
    <dgm:pt modelId="{604024D9-E891-42CE-9C0C-A65C17C161D0}" type="pres">
      <dgm:prSet presAssocID="{A2863496-ECE8-484E-B9E3-C98CCFD33624}" presName="sibTrans" presStyleCnt="0"/>
      <dgm:spPr/>
    </dgm:pt>
    <dgm:pt modelId="{DA680FF4-6A68-4963-82E9-FC148C32BECE}" type="pres">
      <dgm:prSet presAssocID="{971D8602-7C70-4001-AE59-71684DFCCDF4}" presName="compNode" presStyleCnt="0"/>
      <dgm:spPr/>
    </dgm:pt>
    <dgm:pt modelId="{277D923A-2B17-4798-99B3-20D0404A3616}" type="pres">
      <dgm:prSet presAssocID="{971D8602-7C70-4001-AE59-71684DFCCD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BC12E9C-4975-4CA5-99D9-2DBBEAE912E4}" type="pres">
      <dgm:prSet presAssocID="{971D8602-7C70-4001-AE59-71684DFCCDF4}" presName="spaceRect" presStyleCnt="0"/>
      <dgm:spPr/>
    </dgm:pt>
    <dgm:pt modelId="{F6AEEFB4-51D0-45E6-AB5B-11FC3909B750}" type="pres">
      <dgm:prSet presAssocID="{971D8602-7C70-4001-AE59-71684DFCCD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9FBC710-DBE1-4D7E-9C18-AE9B9AABACF8}" srcId="{442D23A0-60AF-4498-B865-9E3A01515DBE}" destId="{FA236344-D436-43E7-8A9E-22639F49C145}" srcOrd="1" destOrd="0" parTransId="{647FA6AB-95AF-4B51-9D0C-0D939AECF517}" sibTransId="{A2863496-ECE8-484E-B9E3-C98CCFD33624}"/>
    <dgm:cxn modelId="{39930333-EBAD-42DC-A8AD-753ECA482295}" type="presOf" srcId="{971D8602-7C70-4001-AE59-71684DFCCDF4}" destId="{F6AEEFB4-51D0-45E6-AB5B-11FC3909B750}" srcOrd="0" destOrd="0" presId="urn:microsoft.com/office/officeart/2018/2/layout/IconLabelList"/>
    <dgm:cxn modelId="{DC76DA35-695A-4CEA-836C-9F309C3BCDD6}" srcId="{442D23A0-60AF-4498-B865-9E3A01515DBE}" destId="{971D8602-7C70-4001-AE59-71684DFCCDF4}" srcOrd="2" destOrd="0" parTransId="{FA5CD8B0-15BE-4B35-A546-A877D039954B}" sibTransId="{43DC6692-7349-409A-869E-89E87750FB79}"/>
    <dgm:cxn modelId="{4C4F9983-7C55-4EF4-A88D-A47D7BD68F6E}" type="presOf" srcId="{442D23A0-60AF-4498-B865-9E3A01515DBE}" destId="{39084364-5502-410E-92B4-95ED6BB22DFA}" srcOrd="0" destOrd="0" presId="urn:microsoft.com/office/officeart/2018/2/layout/IconLabelList"/>
    <dgm:cxn modelId="{9A7CF7E4-8E85-4AB4-B5FA-D2D6DC1989B3}" srcId="{442D23A0-60AF-4498-B865-9E3A01515DBE}" destId="{04C910A6-8D52-46A3-960D-2FEC56BD38B6}" srcOrd="0" destOrd="0" parTransId="{A8BD90B9-2D8C-4A34-ADD8-0214058A5CC0}" sibTransId="{B3D6935B-9F09-432C-B8EA-0CECBC4003D1}"/>
    <dgm:cxn modelId="{7A9A38EE-45CE-4490-9BA8-DC54A6FFE1CA}" type="presOf" srcId="{FA236344-D436-43E7-8A9E-22639F49C145}" destId="{892E28C6-EA22-47D9-8B70-9E21AE7726E0}" srcOrd="0" destOrd="0" presId="urn:microsoft.com/office/officeart/2018/2/layout/IconLabelList"/>
    <dgm:cxn modelId="{1CBD1EF7-518E-40E9-823A-64EFD237005B}" type="presOf" srcId="{04C910A6-8D52-46A3-960D-2FEC56BD38B6}" destId="{C9794B5D-0E74-4C36-9A48-29AA0BFA8684}" srcOrd="0" destOrd="0" presId="urn:microsoft.com/office/officeart/2018/2/layout/IconLabelList"/>
    <dgm:cxn modelId="{B1906368-7C4F-493F-98AF-06B03CB2F8DC}" type="presParOf" srcId="{39084364-5502-410E-92B4-95ED6BB22DFA}" destId="{9CF70492-4428-42A7-9FA6-F3798C0D2DD7}" srcOrd="0" destOrd="0" presId="urn:microsoft.com/office/officeart/2018/2/layout/IconLabelList"/>
    <dgm:cxn modelId="{BDE26B2B-F863-48C0-9753-B2AEE1071382}" type="presParOf" srcId="{9CF70492-4428-42A7-9FA6-F3798C0D2DD7}" destId="{8A6928BC-BA0A-492B-8967-041C68F6DE00}" srcOrd="0" destOrd="0" presId="urn:microsoft.com/office/officeart/2018/2/layout/IconLabelList"/>
    <dgm:cxn modelId="{B6D36484-90D5-4B18-B6D9-49F32E2566F7}" type="presParOf" srcId="{9CF70492-4428-42A7-9FA6-F3798C0D2DD7}" destId="{A58661FA-E53F-4828-892D-B8C10EAD2001}" srcOrd="1" destOrd="0" presId="urn:microsoft.com/office/officeart/2018/2/layout/IconLabelList"/>
    <dgm:cxn modelId="{8A973094-7DFE-4112-BB2C-3CD270C9B145}" type="presParOf" srcId="{9CF70492-4428-42A7-9FA6-F3798C0D2DD7}" destId="{C9794B5D-0E74-4C36-9A48-29AA0BFA8684}" srcOrd="2" destOrd="0" presId="urn:microsoft.com/office/officeart/2018/2/layout/IconLabelList"/>
    <dgm:cxn modelId="{3880344C-22BF-47A9-BBFD-E64003DFC3BA}" type="presParOf" srcId="{39084364-5502-410E-92B4-95ED6BB22DFA}" destId="{EA42134D-3843-48FA-97C7-1D49F2A5371F}" srcOrd="1" destOrd="0" presId="urn:microsoft.com/office/officeart/2018/2/layout/IconLabelList"/>
    <dgm:cxn modelId="{9DA21D18-112B-4594-BE28-4E5B508A1B6A}" type="presParOf" srcId="{39084364-5502-410E-92B4-95ED6BB22DFA}" destId="{C59F426B-C27C-42B7-8631-44D01FC49217}" srcOrd="2" destOrd="0" presId="urn:microsoft.com/office/officeart/2018/2/layout/IconLabelList"/>
    <dgm:cxn modelId="{C7D7ECC9-3D57-4EB6-BC35-E57ABF6C325C}" type="presParOf" srcId="{C59F426B-C27C-42B7-8631-44D01FC49217}" destId="{FDE44A32-28B9-4F85-95D5-B37580FA43EF}" srcOrd="0" destOrd="0" presId="urn:microsoft.com/office/officeart/2018/2/layout/IconLabelList"/>
    <dgm:cxn modelId="{8C94B840-D196-41AF-8BBD-7FFA1F880773}" type="presParOf" srcId="{C59F426B-C27C-42B7-8631-44D01FC49217}" destId="{E553640E-2273-4AF4-9C7C-F23D1A759083}" srcOrd="1" destOrd="0" presId="urn:microsoft.com/office/officeart/2018/2/layout/IconLabelList"/>
    <dgm:cxn modelId="{C575D03A-9B56-476D-8753-9613546DDD5C}" type="presParOf" srcId="{C59F426B-C27C-42B7-8631-44D01FC49217}" destId="{892E28C6-EA22-47D9-8B70-9E21AE7726E0}" srcOrd="2" destOrd="0" presId="urn:microsoft.com/office/officeart/2018/2/layout/IconLabelList"/>
    <dgm:cxn modelId="{BF57C526-E864-43B3-B96B-3EA7E28A59CD}" type="presParOf" srcId="{39084364-5502-410E-92B4-95ED6BB22DFA}" destId="{604024D9-E891-42CE-9C0C-A65C17C161D0}" srcOrd="3" destOrd="0" presId="urn:microsoft.com/office/officeart/2018/2/layout/IconLabelList"/>
    <dgm:cxn modelId="{44CE6F66-2711-4CB6-8463-1803C0912224}" type="presParOf" srcId="{39084364-5502-410E-92B4-95ED6BB22DFA}" destId="{DA680FF4-6A68-4963-82E9-FC148C32BECE}" srcOrd="4" destOrd="0" presId="urn:microsoft.com/office/officeart/2018/2/layout/IconLabelList"/>
    <dgm:cxn modelId="{048BF231-F078-4148-ACC7-6D41A03D1F9C}" type="presParOf" srcId="{DA680FF4-6A68-4963-82E9-FC148C32BECE}" destId="{277D923A-2B17-4798-99B3-20D0404A3616}" srcOrd="0" destOrd="0" presId="urn:microsoft.com/office/officeart/2018/2/layout/IconLabelList"/>
    <dgm:cxn modelId="{54E7102A-EEBF-4DD4-947B-ED222789ABB9}" type="presParOf" srcId="{DA680FF4-6A68-4963-82E9-FC148C32BECE}" destId="{5BC12E9C-4975-4CA5-99D9-2DBBEAE912E4}" srcOrd="1" destOrd="0" presId="urn:microsoft.com/office/officeart/2018/2/layout/IconLabelList"/>
    <dgm:cxn modelId="{051F3D1B-76A2-4B50-940C-919F03E73709}" type="presParOf" srcId="{DA680FF4-6A68-4963-82E9-FC148C32BECE}" destId="{F6AEEFB4-51D0-45E6-AB5B-11FC3909B75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94D6E9-128C-468E-87F1-3B44B330004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6100688-B896-4959-A726-E1BA6EB3CC1E}">
      <dgm:prSet/>
      <dgm:spPr/>
      <dgm:t>
        <a:bodyPr/>
        <a:lstStyle/>
        <a:p>
          <a:r>
            <a:rPr lang="en-US"/>
            <a:t>Can LLMs detect malicious Windows log entries?</a:t>
          </a:r>
        </a:p>
      </dgm:t>
    </dgm:pt>
    <dgm:pt modelId="{01A12143-754F-43E9-AB6A-239CF79A1982}" type="parTrans" cxnId="{A7A17DF9-D401-4EA2-B0A2-98F41C1BC581}">
      <dgm:prSet/>
      <dgm:spPr/>
      <dgm:t>
        <a:bodyPr/>
        <a:lstStyle/>
        <a:p>
          <a:endParaRPr lang="en-US"/>
        </a:p>
      </dgm:t>
    </dgm:pt>
    <dgm:pt modelId="{9EA78655-72E4-45F7-88F3-4AC5D103D2A2}" type="sibTrans" cxnId="{A7A17DF9-D401-4EA2-B0A2-98F41C1BC581}">
      <dgm:prSet/>
      <dgm:spPr/>
      <dgm:t>
        <a:bodyPr/>
        <a:lstStyle/>
        <a:p>
          <a:endParaRPr lang="en-US"/>
        </a:p>
      </dgm:t>
    </dgm:pt>
    <dgm:pt modelId="{1A887114-5184-44A8-879C-971074D10674}">
      <dgm:prSet/>
      <dgm:spPr/>
      <dgm:t>
        <a:bodyPr/>
        <a:lstStyle/>
        <a:p>
          <a:r>
            <a:rPr lang="en-US"/>
            <a:t>Where do models fail?</a:t>
          </a:r>
        </a:p>
      </dgm:t>
    </dgm:pt>
    <dgm:pt modelId="{CE5AD58D-59ED-4B29-A217-B0E08793F55E}" type="parTrans" cxnId="{CCE03DC3-4425-4CB4-B870-E43CC458E19C}">
      <dgm:prSet/>
      <dgm:spPr/>
      <dgm:t>
        <a:bodyPr/>
        <a:lstStyle/>
        <a:p>
          <a:endParaRPr lang="en-US"/>
        </a:p>
      </dgm:t>
    </dgm:pt>
    <dgm:pt modelId="{EDA975E1-E834-4583-A7C6-6EB26ED35261}" type="sibTrans" cxnId="{CCE03DC3-4425-4CB4-B870-E43CC458E19C}">
      <dgm:prSet/>
      <dgm:spPr/>
      <dgm:t>
        <a:bodyPr/>
        <a:lstStyle/>
        <a:p>
          <a:endParaRPr lang="en-US"/>
        </a:p>
      </dgm:t>
    </dgm:pt>
    <dgm:pt modelId="{6D4EB15C-2F01-42F2-A10D-1599EC7F998F}" type="pres">
      <dgm:prSet presAssocID="{1D94D6E9-128C-468E-87F1-3B44B33000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97C20D-58D7-4AA2-B1CA-A5CE03EF522C}" type="pres">
      <dgm:prSet presAssocID="{46100688-B896-4959-A726-E1BA6EB3CC1E}" presName="hierRoot1" presStyleCnt="0"/>
      <dgm:spPr/>
    </dgm:pt>
    <dgm:pt modelId="{6C099FAD-9DE7-4B14-A2F2-DD43D64E8A48}" type="pres">
      <dgm:prSet presAssocID="{46100688-B896-4959-A726-E1BA6EB3CC1E}" presName="composite" presStyleCnt="0"/>
      <dgm:spPr/>
    </dgm:pt>
    <dgm:pt modelId="{430874C5-1CB3-4DBB-A92D-5B62A74663BD}" type="pres">
      <dgm:prSet presAssocID="{46100688-B896-4959-A726-E1BA6EB3CC1E}" presName="background" presStyleLbl="node0" presStyleIdx="0" presStyleCnt="2"/>
      <dgm:spPr/>
    </dgm:pt>
    <dgm:pt modelId="{3D9EA66E-494E-4F77-9C39-09DA93B4C6AB}" type="pres">
      <dgm:prSet presAssocID="{46100688-B896-4959-A726-E1BA6EB3CC1E}" presName="text" presStyleLbl="fgAcc0" presStyleIdx="0" presStyleCnt="2">
        <dgm:presLayoutVars>
          <dgm:chPref val="3"/>
        </dgm:presLayoutVars>
      </dgm:prSet>
      <dgm:spPr/>
    </dgm:pt>
    <dgm:pt modelId="{B44F8205-CF65-42BA-8E3B-A53B3A0CA8AE}" type="pres">
      <dgm:prSet presAssocID="{46100688-B896-4959-A726-E1BA6EB3CC1E}" presName="hierChild2" presStyleCnt="0"/>
      <dgm:spPr/>
    </dgm:pt>
    <dgm:pt modelId="{0F6B6FCF-AFF0-4F6F-923E-E8FC1EDC22A5}" type="pres">
      <dgm:prSet presAssocID="{1A887114-5184-44A8-879C-971074D10674}" presName="hierRoot1" presStyleCnt="0"/>
      <dgm:spPr/>
    </dgm:pt>
    <dgm:pt modelId="{01122766-BAA4-49F9-98D6-8B610EA97EB1}" type="pres">
      <dgm:prSet presAssocID="{1A887114-5184-44A8-879C-971074D10674}" presName="composite" presStyleCnt="0"/>
      <dgm:spPr/>
    </dgm:pt>
    <dgm:pt modelId="{2C2C30D8-B64C-4C3D-BDD4-460AE9793A26}" type="pres">
      <dgm:prSet presAssocID="{1A887114-5184-44A8-879C-971074D10674}" presName="background" presStyleLbl="node0" presStyleIdx="1" presStyleCnt="2"/>
      <dgm:spPr/>
    </dgm:pt>
    <dgm:pt modelId="{EC236205-9F8F-4738-8C13-EAA9AA5092A6}" type="pres">
      <dgm:prSet presAssocID="{1A887114-5184-44A8-879C-971074D10674}" presName="text" presStyleLbl="fgAcc0" presStyleIdx="1" presStyleCnt="2">
        <dgm:presLayoutVars>
          <dgm:chPref val="3"/>
        </dgm:presLayoutVars>
      </dgm:prSet>
      <dgm:spPr/>
    </dgm:pt>
    <dgm:pt modelId="{69FDB1A4-CF2C-4810-8ED0-AEC48447C149}" type="pres">
      <dgm:prSet presAssocID="{1A887114-5184-44A8-879C-971074D10674}" presName="hierChild2" presStyleCnt="0"/>
      <dgm:spPr/>
    </dgm:pt>
  </dgm:ptLst>
  <dgm:cxnLst>
    <dgm:cxn modelId="{F7695E1A-1152-4043-AAEA-0A63EE7DD800}" type="presOf" srcId="{1A887114-5184-44A8-879C-971074D10674}" destId="{EC236205-9F8F-4738-8C13-EAA9AA5092A6}" srcOrd="0" destOrd="0" presId="urn:microsoft.com/office/officeart/2005/8/layout/hierarchy1"/>
    <dgm:cxn modelId="{8C359072-6123-49C8-A339-4F990A5D7904}" type="presOf" srcId="{46100688-B896-4959-A726-E1BA6EB3CC1E}" destId="{3D9EA66E-494E-4F77-9C39-09DA93B4C6AB}" srcOrd="0" destOrd="0" presId="urn:microsoft.com/office/officeart/2005/8/layout/hierarchy1"/>
    <dgm:cxn modelId="{10E5E8AC-DF12-4F10-86A8-87A3950060EF}" type="presOf" srcId="{1D94D6E9-128C-468E-87F1-3B44B330004F}" destId="{6D4EB15C-2F01-42F2-A10D-1599EC7F998F}" srcOrd="0" destOrd="0" presId="urn:microsoft.com/office/officeart/2005/8/layout/hierarchy1"/>
    <dgm:cxn modelId="{CCE03DC3-4425-4CB4-B870-E43CC458E19C}" srcId="{1D94D6E9-128C-468E-87F1-3B44B330004F}" destId="{1A887114-5184-44A8-879C-971074D10674}" srcOrd="1" destOrd="0" parTransId="{CE5AD58D-59ED-4B29-A217-B0E08793F55E}" sibTransId="{EDA975E1-E834-4583-A7C6-6EB26ED35261}"/>
    <dgm:cxn modelId="{A7A17DF9-D401-4EA2-B0A2-98F41C1BC581}" srcId="{1D94D6E9-128C-468E-87F1-3B44B330004F}" destId="{46100688-B896-4959-A726-E1BA6EB3CC1E}" srcOrd="0" destOrd="0" parTransId="{01A12143-754F-43E9-AB6A-239CF79A1982}" sibTransId="{9EA78655-72E4-45F7-88F3-4AC5D103D2A2}"/>
    <dgm:cxn modelId="{B188AE3F-8477-4D3E-935A-676421E1103A}" type="presParOf" srcId="{6D4EB15C-2F01-42F2-A10D-1599EC7F998F}" destId="{6397C20D-58D7-4AA2-B1CA-A5CE03EF522C}" srcOrd="0" destOrd="0" presId="urn:microsoft.com/office/officeart/2005/8/layout/hierarchy1"/>
    <dgm:cxn modelId="{D0F4E922-9671-44DA-8EE0-B65D1090341F}" type="presParOf" srcId="{6397C20D-58D7-4AA2-B1CA-A5CE03EF522C}" destId="{6C099FAD-9DE7-4B14-A2F2-DD43D64E8A48}" srcOrd="0" destOrd="0" presId="urn:microsoft.com/office/officeart/2005/8/layout/hierarchy1"/>
    <dgm:cxn modelId="{09D3CFC8-9912-4677-AC6C-7E662B2BDE19}" type="presParOf" srcId="{6C099FAD-9DE7-4B14-A2F2-DD43D64E8A48}" destId="{430874C5-1CB3-4DBB-A92D-5B62A74663BD}" srcOrd="0" destOrd="0" presId="urn:microsoft.com/office/officeart/2005/8/layout/hierarchy1"/>
    <dgm:cxn modelId="{F087B13E-68CD-4503-AED9-698BA54EDAA0}" type="presParOf" srcId="{6C099FAD-9DE7-4B14-A2F2-DD43D64E8A48}" destId="{3D9EA66E-494E-4F77-9C39-09DA93B4C6AB}" srcOrd="1" destOrd="0" presId="urn:microsoft.com/office/officeart/2005/8/layout/hierarchy1"/>
    <dgm:cxn modelId="{B59A2252-17CF-4781-AA8C-F1C4830AF38F}" type="presParOf" srcId="{6397C20D-58D7-4AA2-B1CA-A5CE03EF522C}" destId="{B44F8205-CF65-42BA-8E3B-A53B3A0CA8AE}" srcOrd="1" destOrd="0" presId="urn:microsoft.com/office/officeart/2005/8/layout/hierarchy1"/>
    <dgm:cxn modelId="{3A40E08F-8CE9-4484-A00F-298AE8282A9B}" type="presParOf" srcId="{6D4EB15C-2F01-42F2-A10D-1599EC7F998F}" destId="{0F6B6FCF-AFF0-4F6F-923E-E8FC1EDC22A5}" srcOrd="1" destOrd="0" presId="urn:microsoft.com/office/officeart/2005/8/layout/hierarchy1"/>
    <dgm:cxn modelId="{DB8346A4-D024-4313-A18C-879387EA8A20}" type="presParOf" srcId="{0F6B6FCF-AFF0-4F6F-923E-E8FC1EDC22A5}" destId="{01122766-BAA4-49F9-98D6-8B610EA97EB1}" srcOrd="0" destOrd="0" presId="urn:microsoft.com/office/officeart/2005/8/layout/hierarchy1"/>
    <dgm:cxn modelId="{C0D9A0DE-C584-4B86-B2CF-99C4CDDED7D1}" type="presParOf" srcId="{01122766-BAA4-49F9-98D6-8B610EA97EB1}" destId="{2C2C30D8-B64C-4C3D-BDD4-460AE9793A26}" srcOrd="0" destOrd="0" presId="urn:microsoft.com/office/officeart/2005/8/layout/hierarchy1"/>
    <dgm:cxn modelId="{5F7CFDD8-736A-4C28-A57D-F86774E48D86}" type="presParOf" srcId="{01122766-BAA4-49F9-98D6-8B610EA97EB1}" destId="{EC236205-9F8F-4738-8C13-EAA9AA5092A6}" srcOrd="1" destOrd="0" presId="urn:microsoft.com/office/officeart/2005/8/layout/hierarchy1"/>
    <dgm:cxn modelId="{942D79F9-07F2-4C8E-B70A-3063D5BFC895}" type="presParOf" srcId="{0F6B6FCF-AFF0-4F6F-923E-E8FC1EDC22A5}" destId="{69FDB1A4-CF2C-4810-8ED0-AEC48447C14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346147-EE27-4F5F-894D-A8A8B1D699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156CBC-3FB2-4645-8F2D-20C0B6FEB4C0}">
      <dgm:prSet/>
      <dgm:spPr/>
      <dgm:t>
        <a:bodyPr/>
        <a:lstStyle/>
        <a:p>
          <a:r>
            <a:rPr lang="en-US"/>
            <a:t>Atomic-evtx</a:t>
          </a:r>
        </a:p>
      </dgm:t>
    </dgm:pt>
    <dgm:pt modelId="{C74B1B1E-6681-435D-9A61-6C29EED67C90}" type="parTrans" cxnId="{E5A13B6F-4E74-405F-832A-4167E5B7331C}">
      <dgm:prSet/>
      <dgm:spPr/>
      <dgm:t>
        <a:bodyPr/>
        <a:lstStyle/>
        <a:p>
          <a:endParaRPr lang="en-US"/>
        </a:p>
      </dgm:t>
    </dgm:pt>
    <dgm:pt modelId="{9FAFEC0D-98BC-4848-9A55-491898351AA6}" type="sibTrans" cxnId="{E5A13B6F-4E74-405F-832A-4167E5B7331C}">
      <dgm:prSet/>
      <dgm:spPr/>
      <dgm:t>
        <a:bodyPr/>
        <a:lstStyle/>
        <a:p>
          <a:endParaRPr lang="en-US"/>
        </a:p>
      </dgm:t>
    </dgm:pt>
    <dgm:pt modelId="{CBCA75D4-C874-40ED-BA93-F572B9482239}">
      <dgm:prSet/>
      <dgm:spPr/>
      <dgm:t>
        <a:bodyPr/>
        <a:lstStyle/>
        <a:p>
          <a:r>
            <a:rPr lang="en-US"/>
            <a:t>Public Windows Event log dataset</a:t>
          </a:r>
        </a:p>
      </dgm:t>
    </dgm:pt>
    <dgm:pt modelId="{FDC31362-954E-4E17-8343-2ED130D5B7B5}" type="parTrans" cxnId="{721578D6-E121-4D63-9554-020C355B4710}">
      <dgm:prSet/>
      <dgm:spPr/>
      <dgm:t>
        <a:bodyPr/>
        <a:lstStyle/>
        <a:p>
          <a:endParaRPr lang="en-US"/>
        </a:p>
      </dgm:t>
    </dgm:pt>
    <dgm:pt modelId="{EDC02967-BAB4-4B8C-A43D-4D919628402B}" type="sibTrans" cxnId="{721578D6-E121-4D63-9554-020C355B4710}">
      <dgm:prSet/>
      <dgm:spPr/>
      <dgm:t>
        <a:bodyPr/>
        <a:lstStyle/>
        <a:p>
          <a:endParaRPr lang="en-US"/>
        </a:p>
      </dgm:t>
    </dgm:pt>
    <dgm:pt modelId="{9426B8A5-0F68-4881-8BD3-84F9D6424861}">
      <dgm:prSet/>
      <dgm:spPr/>
      <dgm:t>
        <a:bodyPr/>
        <a:lstStyle/>
        <a:p>
          <a:r>
            <a:rPr lang="en-US"/>
            <a:t>1,064 simulated attack scenarios</a:t>
          </a:r>
        </a:p>
      </dgm:t>
    </dgm:pt>
    <dgm:pt modelId="{67CD9176-AA40-46C3-836F-8943F1594F51}" type="parTrans" cxnId="{FAF17B8C-6FDB-430E-A282-FFA4091D112F}">
      <dgm:prSet/>
      <dgm:spPr/>
      <dgm:t>
        <a:bodyPr/>
        <a:lstStyle/>
        <a:p>
          <a:endParaRPr lang="en-US"/>
        </a:p>
      </dgm:t>
    </dgm:pt>
    <dgm:pt modelId="{6B5A9D9A-66E5-4EDA-9B50-B9B19BF4B03F}" type="sibTrans" cxnId="{FAF17B8C-6FDB-430E-A282-FFA4091D112F}">
      <dgm:prSet/>
      <dgm:spPr/>
      <dgm:t>
        <a:bodyPr/>
        <a:lstStyle/>
        <a:p>
          <a:endParaRPr lang="en-US"/>
        </a:p>
      </dgm:t>
    </dgm:pt>
    <dgm:pt modelId="{B96CA741-BAB7-4388-9F42-5F122B2E191C}">
      <dgm:prSet/>
      <dgm:spPr/>
      <dgm:t>
        <a:bodyPr/>
        <a:lstStyle/>
        <a:p>
          <a:r>
            <a:rPr lang="en-US" dirty="0"/>
            <a:t>JSON representations</a:t>
          </a:r>
        </a:p>
      </dgm:t>
    </dgm:pt>
    <dgm:pt modelId="{4CD421C7-F2C4-4EDA-85C7-0AD52AE5B7C3}" type="parTrans" cxnId="{ED38EA49-D49D-4519-BE68-740718DFA3BD}">
      <dgm:prSet/>
      <dgm:spPr/>
      <dgm:t>
        <a:bodyPr/>
        <a:lstStyle/>
        <a:p>
          <a:endParaRPr lang="en-US"/>
        </a:p>
      </dgm:t>
    </dgm:pt>
    <dgm:pt modelId="{4BB4C25A-FD3F-4159-B396-B70C58AA797C}" type="sibTrans" cxnId="{ED38EA49-D49D-4519-BE68-740718DFA3BD}">
      <dgm:prSet/>
      <dgm:spPr/>
      <dgm:t>
        <a:bodyPr/>
        <a:lstStyle/>
        <a:p>
          <a:endParaRPr lang="en-US"/>
        </a:p>
      </dgm:t>
    </dgm:pt>
    <dgm:pt modelId="{482CBFBB-04DC-4809-B3D8-A28D73740F75}" type="pres">
      <dgm:prSet presAssocID="{D8346147-EE27-4F5F-894D-A8A8B1D6996B}" presName="linear" presStyleCnt="0">
        <dgm:presLayoutVars>
          <dgm:animLvl val="lvl"/>
          <dgm:resizeHandles val="exact"/>
        </dgm:presLayoutVars>
      </dgm:prSet>
      <dgm:spPr/>
    </dgm:pt>
    <dgm:pt modelId="{E0B0524C-4449-4A5C-AFB9-3FF6A63AB64C}" type="pres">
      <dgm:prSet presAssocID="{45156CBC-3FB2-4645-8F2D-20C0B6FEB4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781ADC3-8478-4E2F-B576-A1A1F8FB078D}" type="pres">
      <dgm:prSet presAssocID="{9FAFEC0D-98BC-4848-9A55-491898351AA6}" presName="spacer" presStyleCnt="0"/>
      <dgm:spPr/>
    </dgm:pt>
    <dgm:pt modelId="{0C7DE3E2-26F1-4FFE-8F5B-876AD5CB484F}" type="pres">
      <dgm:prSet presAssocID="{CBCA75D4-C874-40ED-BA93-F572B948223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B87217-D8FF-4866-85D1-62163CD437BB}" type="pres">
      <dgm:prSet presAssocID="{EDC02967-BAB4-4B8C-A43D-4D919628402B}" presName="spacer" presStyleCnt="0"/>
      <dgm:spPr/>
    </dgm:pt>
    <dgm:pt modelId="{3C79206D-0E3C-40ED-B785-E3C5C18713D4}" type="pres">
      <dgm:prSet presAssocID="{9426B8A5-0F68-4881-8BD3-84F9D64248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493D60-FE8C-416B-A1E1-9DAD0EF39B54}" type="pres">
      <dgm:prSet presAssocID="{6B5A9D9A-66E5-4EDA-9B50-B9B19BF4B03F}" presName="spacer" presStyleCnt="0"/>
      <dgm:spPr/>
    </dgm:pt>
    <dgm:pt modelId="{C87809E6-D6FB-4D2E-808A-8D4F9F82ABAE}" type="pres">
      <dgm:prSet presAssocID="{B96CA741-BAB7-4388-9F42-5F122B2E19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418F30-FB19-4355-8D2B-700F316B92D8}" type="presOf" srcId="{D8346147-EE27-4F5F-894D-A8A8B1D6996B}" destId="{482CBFBB-04DC-4809-B3D8-A28D73740F75}" srcOrd="0" destOrd="0" presId="urn:microsoft.com/office/officeart/2005/8/layout/vList2"/>
    <dgm:cxn modelId="{ED38EA49-D49D-4519-BE68-740718DFA3BD}" srcId="{D8346147-EE27-4F5F-894D-A8A8B1D6996B}" destId="{B96CA741-BAB7-4388-9F42-5F122B2E191C}" srcOrd="3" destOrd="0" parTransId="{4CD421C7-F2C4-4EDA-85C7-0AD52AE5B7C3}" sibTransId="{4BB4C25A-FD3F-4159-B396-B70C58AA797C}"/>
    <dgm:cxn modelId="{E5A13B6F-4E74-405F-832A-4167E5B7331C}" srcId="{D8346147-EE27-4F5F-894D-A8A8B1D6996B}" destId="{45156CBC-3FB2-4645-8F2D-20C0B6FEB4C0}" srcOrd="0" destOrd="0" parTransId="{C74B1B1E-6681-435D-9A61-6C29EED67C90}" sibTransId="{9FAFEC0D-98BC-4848-9A55-491898351AA6}"/>
    <dgm:cxn modelId="{960B7E7F-2D92-4064-B9CC-89765EBF92E3}" type="presOf" srcId="{45156CBC-3FB2-4645-8F2D-20C0B6FEB4C0}" destId="{E0B0524C-4449-4A5C-AFB9-3FF6A63AB64C}" srcOrd="0" destOrd="0" presId="urn:microsoft.com/office/officeart/2005/8/layout/vList2"/>
    <dgm:cxn modelId="{FAF17B8C-6FDB-430E-A282-FFA4091D112F}" srcId="{D8346147-EE27-4F5F-894D-A8A8B1D6996B}" destId="{9426B8A5-0F68-4881-8BD3-84F9D6424861}" srcOrd="2" destOrd="0" parTransId="{67CD9176-AA40-46C3-836F-8943F1594F51}" sibTransId="{6B5A9D9A-66E5-4EDA-9B50-B9B19BF4B03F}"/>
    <dgm:cxn modelId="{87CBC891-8EA1-4B1D-8ACF-63B61319EEED}" type="presOf" srcId="{CBCA75D4-C874-40ED-BA93-F572B9482239}" destId="{0C7DE3E2-26F1-4FFE-8F5B-876AD5CB484F}" srcOrd="0" destOrd="0" presId="urn:microsoft.com/office/officeart/2005/8/layout/vList2"/>
    <dgm:cxn modelId="{16712C97-0FFB-4CC0-88F4-D997EACD80BA}" type="presOf" srcId="{B96CA741-BAB7-4388-9F42-5F122B2E191C}" destId="{C87809E6-D6FB-4D2E-808A-8D4F9F82ABAE}" srcOrd="0" destOrd="0" presId="urn:microsoft.com/office/officeart/2005/8/layout/vList2"/>
    <dgm:cxn modelId="{544039D2-C4F7-4DF7-B30E-A46EC071E70F}" type="presOf" srcId="{9426B8A5-0F68-4881-8BD3-84F9D6424861}" destId="{3C79206D-0E3C-40ED-B785-E3C5C18713D4}" srcOrd="0" destOrd="0" presId="urn:microsoft.com/office/officeart/2005/8/layout/vList2"/>
    <dgm:cxn modelId="{721578D6-E121-4D63-9554-020C355B4710}" srcId="{D8346147-EE27-4F5F-894D-A8A8B1D6996B}" destId="{CBCA75D4-C874-40ED-BA93-F572B9482239}" srcOrd="1" destOrd="0" parTransId="{FDC31362-954E-4E17-8343-2ED130D5B7B5}" sibTransId="{EDC02967-BAB4-4B8C-A43D-4D919628402B}"/>
    <dgm:cxn modelId="{E32A17E9-BBF4-479E-9E43-CB6FCB526EDB}" type="presParOf" srcId="{482CBFBB-04DC-4809-B3D8-A28D73740F75}" destId="{E0B0524C-4449-4A5C-AFB9-3FF6A63AB64C}" srcOrd="0" destOrd="0" presId="urn:microsoft.com/office/officeart/2005/8/layout/vList2"/>
    <dgm:cxn modelId="{B7BE6E16-F8DE-4CF1-8AF4-79390E7F7FD0}" type="presParOf" srcId="{482CBFBB-04DC-4809-B3D8-A28D73740F75}" destId="{B781ADC3-8478-4E2F-B576-A1A1F8FB078D}" srcOrd="1" destOrd="0" presId="urn:microsoft.com/office/officeart/2005/8/layout/vList2"/>
    <dgm:cxn modelId="{08210569-1F58-43CD-9B78-93341E1D7C77}" type="presParOf" srcId="{482CBFBB-04DC-4809-B3D8-A28D73740F75}" destId="{0C7DE3E2-26F1-4FFE-8F5B-876AD5CB484F}" srcOrd="2" destOrd="0" presId="urn:microsoft.com/office/officeart/2005/8/layout/vList2"/>
    <dgm:cxn modelId="{6CAB7564-AAC8-46CF-97EB-F224AB1E42F8}" type="presParOf" srcId="{482CBFBB-04DC-4809-B3D8-A28D73740F75}" destId="{15B87217-D8FF-4866-85D1-62163CD437BB}" srcOrd="3" destOrd="0" presId="urn:microsoft.com/office/officeart/2005/8/layout/vList2"/>
    <dgm:cxn modelId="{29F42CC1-E1E4-4EF9-A8B3-D5497FAA7799}" type="presParOf" srcId="{482CBFBB-04DC-4809-B3D8-A28D73740F75}" destId="{3C79206D-0E3C-40ED-B785-E3C5C18713D4}" srcOrd="4" destOrd="0" presId="urn:microsoft.com/office/officeart/2005/8/layout/vList2"/>
    <dgm:cxn modelId="{51A296FC-C5F5-4279-BC23-775E419FCB86}" type="presParOf" srcId="{482CBFBB-04DC-4809-B3D8-A28D73740F75}" destId="{AA493D60-FE8C-416B-A1E1-9DAD0EF39B54}" srcOrd="5" destOrd="0" presId="urn:microsoft.com/office/officeart/2005/8/layout/vList2"/>
    <dgm:cxn modelId="{5FF9D8F1-FCA2-4554-8A8F-D37103373836}" type="presParOf" srcId="{482CBFBB-04DC-4809-B3D8-A28D73740F75}" destId="{C87809E6-D6FB-4D2E-808A-8D4F9F82AB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98882C-BEE5-4B6C-A1DE-679CC583D0B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53FAFE1-9504-4D6E-A769-6CFA2DF41F8A}">
      <dgm:prSet/>
      <dgm:spPr/>
      <dgm:t>
        <a:bodyPr/>
        <a:lstStyle/>
        <a:p>
          <a:r>
            <a:rPr lang="en-US" b="1"/>
            <a:t>Included</a:t>
          </a:r>
          <a:endParaRPr lang="en-US"/>
        </a:p>
      </dgm:t>
    </dgm:pt>
    <dgm:pt modelId="{A7D5834D-1B0E-413A-9B39-15FC38B5DD2C}" type="parTrans" cxnId="{0D7A43A5-20E1-40F3-9298-D78E29A42ADB}">
      <dgm:prSet/>
      <dgm:spPr/>
      <dgm:t>
        <a:bodyPr/>
        <a:lstStyle/>
        <a:p>
          <a:endParaRPr lang="en-US"/>
        </a:p>
      </dgm:t>
    </dgm:pt>
    <dgm:pt modelId="{6BCF82CE-0738-4087-A091-7E62501C4BC0}" type="sibTrans" cxnId="{0D7A43A5-20E1-40F3-9298-D78E29A42ADB}">
      <dgm:prSet/>
      <dgm:spPr/>
      <dgm:t>
        <a:bodyPr/>
        <a:lstStyle/>
        <a:p>
          <a:endParaRPr lang="en-US"/>
        </a:p>
      </dgm:t>
    </dgm:pt>
    <dgm:pt modelId="{BF6758B2-4E5C-40E0-A22E-9FA7BF74B754}">
      <dgm:prSet/>
      <dgm:spPr/>
      <dgm:t>
        <a:bodyPr/>
        <a:lstStyle/>
        <a:p>
          <a:r>
            <a:rPr lang="en-US"/>
            <a:t>Binary classification (Malicious / Benign)</a:t>
          </a:r>
        </a:p>
      </dgm:t>
    </dgm:pt>
    <dgm:pt modelId="{6B2AC1E8-6CAF-422F-B374-4BFE9EC16504}" type="parTrans" cxnId="{DC981DD3-46DD-4DB7-A7C3-66F40D5447F9}">
      <dgm:prSet/>
      <dgm:spPr/>
      <dgm:t>
        <a:bodyPr/>
        <a:lstStyle/>
        <a:p>
          <a:endParaRPr lang="en-US"/>
        </a:p>
      </dgm:t>
    </dgm:pt>
    <dgm:pt modelId="{ED74B4E9-143F-4003-AB93-3997DF5AC392}" type="sibTrans" cxnId="{DC981DD3-46DD-4DB7-A7C3-66F40D5447F9}">
      <dgm:prSet/>
      <dgm:spPr/>
      <dgm:t>
        <a:bodyPr/>
        <a:lstStyle/>
        <a:p>
          <a:endParaRPr lang="en-US"/>
        </a:p>
      </dgm:t>
    </dgm:pt>
    <dgm:pt modelId="{D440FAD1-6266-4FB9-9E75-ECDBEDFA55F0}">
      <dgm:prSet/>
      <dgm:spPr/>
      <dgm:t>
        <a:bodyPr/>
        <a:lstStyle/>
        <a:p>
          <a:r>
            <a:rPr lang="en-US"/>
            <a:t>Individual JSON log entries</a:t>
          </a:r>
        </a:p>
      </dgm:t>
    </dgm:pt>
    <dgm:pt modelId="{5ACBF640-D251-499D-96EA-DD8496A441FB}" type="parTrans" cxnId="{CAD0B815-FEA5-4AD1-BE24-9EEAE0337DA2}">
      <dgm:prSet/>
      <dgm:spPr/>
      <dgm:t>
        <a:bodyPr/>
        <a:lstStyle/>
        <a:p>
          <a:endParaRPr lang="en-US"/>
        </a:p>
      </dgm:t>
    </dgm:pt>
    <dgm:pt modelId="{1EAB3376-FA82-494C-A6BD-1AFD6F24CD48}" type="sibTrans" cxnId="{CAD0B815-FEA5-4AD1-BE24-9EEAE0337DA2}">
      <dgm:prSet/>
      <dgm:spPr/>
      <dgm:t>
        <a:bodyPr/>
        <a:lstStyle/>
        <a:p>
          <a:endParaRPr lang="en-US"/>
        </a:p>
      </dgm:t>
    </dgm:pt>
    <dgm:pt modelId="{DC9A9E46-B6E3-403D-B630-A989F3CDECA8}">
      <dgm:prSet/>
      <dgm:spPr/>
      <dgm:t>
        <a:bodyPr/>
        <a:lstStyle/>
        <a:p>
          <a:r>
            <a:rPr lang="en-US"/>
            <a:t>Model comparison</a:t>
          </a:r>
        </a:p>
      </dgm:t>
    </dgm:pt>
    <dgm:pt modelId="{2B5DCDEE-7113-4EC3-8E44-9C0899583B90}" type="parTrans" cxnId="{BC840BA5-331B-44EF-8BE2-7C05FCEFC358}">
      <dgm:prSet/>
      <dgm:spPr/>
      <dgm:t>
        <a:bodyPr/>
        <a:lstStyle/>
        <a:p>
          <a:endParaRPr lang="en-US"/>
        </a:p>
      </dgm:t>
    </dgm:pt>
    <dgm:pt modelId="{BF213B61-2923-423F-ABCA-96BDE0E42B02}" type="sibTrans" cxnId="{BC840BA5-331B-44EF-8BE2-7C05FCEFC358}">
      <dgm:prSet/>
      <dgm:spPr/>
      <dgm:t>
        <a:bodyPr/>
        <a:lstStyle/>
        <a:p>
          <a:endParaRPr lang="en-US"/>
        </a:p>
      </dgm:t>
    </dgm:pt>
    <dgm:pt modelId="{5DBDFB0C-2424-4651-AB2A-2E4D6F458394}">
      <dgm:prSet/>
      <dgm:spPr/>
      <dgm:t>
        <a:bodyPr/>
        <a:lstStyle/>
        <a:p>
          <a:r>
            <a:rPr lang="en-US"/>
            <a:t>Prompt experimentation</a:t>
          </a:r>
        </a:p>
      </dgm:t>
    </dgm:pt>
    <dgm:pt modelId="{C83ED342-9061-4D80-86F7-17D79BBD2EE0}" type="parTrans" cxnId="{FB89AA23-0E25-499E-80C4-1D13E9130F01}">
      <dgm:prSet/>
      <dgm:spPr/>
      <dgm:t>
        <a:bodyPr/>
        <a:lstStyle/>
        <a:p>
          <a:endParaRPr lang="en-US"/>
        </a:p>
      </dgm:t>
    </dgm:pt>
    <dgm:pt modelId="{1B562724-E108-42BF-B757-F46B31DB257B}" type="sibTrans" cxnId="{FB89AA23-0E25-499E-80C4-1D13E9130F01}">
      <dgm:prSet/>
      <dgm:spPr/>
      <dgm:t>
        <a:bodyPr/>
        <a:lstStyle/>
        <a:p>
          <a:endParaRPr lang="en-US"/>
        </a:p>
      </dgm:t>
    </dgm:pt>
    <dgm:pt modelId="{E1A1E37E-23A0-4451-9132-4A2219CA7843}" type="pres">
      <dgm:prSet presAssocID="{6398882C-BEE5-4B6C-A1DE-679CC583D0BD}" presName="vert0" presStyleCnt="0">
        <dgm:presLayoutVars>
          <dgm:dir/>
          <dgm:animOne val="branch"/>
          <dgm:animLvl val="lvl"/>
        </dgm:presLayoutVars>
      </dgm:prSet>
      <dgm:spPr/>
    </dgm:pt>
    <dgm:pt modelId="{E9CEA4D7-B96D-432E-8F18-8BD6D398D135}" type="pres">
      <dgm:prSet presAssocID="{453FAFE1-9504-4D6E-A769-6CFA2DF41F8A}" presName="thickLine" presStyleLbl="alignNode1" presStyleIdx="0" presStyleCnt="5"/>
      <dgm:spPr/>
    </dgm:pt>
    <dgm:pt modelId="{2E222F9D-B4CB-44CC-AD09-84F7BA810956}" type="pres">
      <dgm:prSet presAssocID="{453FAFE1-9504-4D6E-A769-6CFA2DF41F8A}" presName="horz1" presStyleCnt="0"/>
      <dgm:spPr/>
    </dgm:pt>
    <dgm:pt modelId="{47F5EC91-7F80-4563-8EDF-84ED06589F54}" type="pres">
      <dgm:prSet presAssocID="{453FAFE1-9504-4D6E-A769-6CFA2DF41F8A}" presName="tx1" presStyleLbl="revTx" presStyleIdx="0" presStyleCnt="5"/>
      <dgm:spPr/>
    </dgm:pt>
    <dgm:pt modelId="{E7FEA7C0-5350-41D5-A6D0-10BDE8B89284}" type="pres">
      <dgm:prSet presAssocID="{453FAFE1-9504-4D6E-A769-6CFA2DF41F8A}" presName="vert1" presStyleCnt="0"/>
      <dgm:spPr/>
    </dgm:pt>
    <dgm:pt modelId="{6A1DBC66-7FD7-4FF8-BD18-75C4D7FEE9B8}" type="pres">
      <dgm:prSet presAssocID="{BF6758B2-4E5C-40E0-A22E-9FA7BF74B754}" presName="thickLine" presStyleLbl="alignNode1" presStyleIdx="1" presStyleCnt="5"/>
      <dgm:spPr/>
    </dgm:pt>
    <dgm:pt modelId="{2740848C-D365-4932-B783-62D1BAD8ECE0}" type="pres">
      <dgm:prSet presAssocID="{BF6758B2-4E5C-40E0-A22E-9FA7BF74B754}" presName="horz1" presStyleCnt="0"/>
      <dgm:spPr/>
    </dgm:pt>
    <dgm:pt modelId="{0DCA04E8-0BD4-451D-B896-F849FE4621E7}" type="pres">
      <dgm:prSet presAssocID="{BF6758B2-4E5C-40E0-A22E-9FA7BF74B754}" presName="tx1" presStyleLbl="revTx" presStyleIdx="1" presStyleCnt="5"/>
      <dgm:spPr/>
    </dgm:pt>
    <dgm:pt modelId="{D566446E-E1DF-4706-BAD4-53670E1150E5}" type="pres">
      <dgm:prSet presAssocID="{BF6758B2-4E5C-40E0-A22E-9FA7BF74B754}" presName="vert1" presStyleCnt="0"/>
      <dgm:spPr/>
    </dgm:pt>
    <dgm:pt modelId="{EF3574FC-C78B-4E69-87D6-86F5B3C83BF7}" type="pres">
      <dgm:prSet presAssocID="{D440FAD1-6266-4FB9-9E75-ECDBEDFA55F0}" presName="thickLine" presStyleLbl="alignNode1" presStyleIdx="2" presStyleCnt="5"/>
      <dgm:spPr/>
    </dgm:pt>
    <dgm:pt modelId="{E35C820B-1454-483F-B907-A60850D4C47D}" type="pres">
      <dgm:prSet presAssocID="{D440FAD1-6266-4FB9-9E75-ECDBEDFA55F0}" presName="horz1" presStyleCnt="0"/>
      <dgm:spPr/>
    </dgm:pt>
    <dgm:pt modelId="{4782F86A-2E42-4B7F-961E-304DC8854F70}" type="pres">
      <dgm:prSet presAssocID="{D440FAD1-6266-4FB9-9E75-ECDBEDFA55F0}" presName="tx1" presStyleLbl="revTx" presStyleIdx="2" presStyleCnt="5"/>
      <dgm:spPr/>
    </dgm:pt>
    <dgm:pt modelId="{8ABACE03-FA32-4F43-B13A-77A6C8D1677E}" type="pres">
      <dgm:prSet presAssocID="{D440FAD1-6266-4FB9-9E75-ECDBEDFA55F0}" presName="vert1" presStyleCnt="0"/>
      <dgm:spPr/>
    </dgm:pt>
    <dgm:pt modelId="{B709178B-E381-4B18-B9E3-D5863D4CDFFA}" type="pres">
      <dgm:prSet presAssocID="{DC9A9E46-B6E3-403D-B630-A989F3CDECA8}" presName="thickLine" presStyleLbl="alignNode1" presStyleIdx="3" presStyleCnt="5"/>
      <dgm:spPr/>
    </dgm:pt>
    <dgm:pt modelId="{1FE53152-ACE0-4864-9103-58BEF0F32784}" type="pres">
      <dgm:prSet presAssocID="{DC9A9E46-B6E3-403D-B630-A989F3CDECA8}" presName="horz1" presStyleCnt="0"/>
      <dgm:spPr/>
    </dgm:pt>
    <dgm:pt modelId="{B2B25321-1678-46AB-A965-7E5A9920884B}" type="pres">
      <dgm:prSet presAssocID="{DC9A9E46-B6E3-403D-B630-A989F3CDECA8}" presName="tx1" presStyleLbl="revTx" presStyleIdx="3" presStyleCnt="5"/>
      <dgm:spPr/>
    </dgm:pt>
    <dgm:pt modelId="{6E2A35EA-F383-4F19-AEFF-8E4E63B775B7}" type="pres">
      <dgm:prSet presAssocID="{DC9A9E46-B6E3-403D-B630-A989F3CDECA8}" presName="vert1" presStyleCnt="0"/>
      <dgm:spPr/>
    </dgm:pt>
    <dgm:pt modelId="{A18661A1-CCBE-4B31-9A0B-4B4EB86AF661}" type="pres">
      <dgm:prSet presAssocID="{5DBDFB0C-2424-4651-AB2A-2E4D6F458394}" presName="thickLine" presStyleLbl="alignNode1" presStyleIdx="4" presStyleCnt="5"/>
      <dgm:spPr/>
    </dgm:pt>
    <dgm:pt modelId="{A5D7FF84-B5AE-4D18-BFCC-2E708BFAE72A}" type="pres">
      <dgm:prSet presAssocID="{5DBDFB0C-2424-4651-AB2A-2E4D6F458394}" presName="horz1" presStyleCnt="0"/>
      <dgm:spPr/>
    </dgm:pt>
    <dgm:pt modelId="{19753567-9965-464F-B74D-714B4ED350DC}" type="pres">
      <dgm:prSet presAssocID="{5DBDFB0C-2424-4651-AB2A-2E4D6F458394}" presName="tx1" presStyleLbl="revTx" presStyleIdx="4" presStyleCnt="5"/>
      <dgm:spPr/>
    </dgm:pt>
    <dgm:pt modelId="{3FA4094F-9AAF-4908-8204-38D6470D3DB8}" type="pres">
      <dgm:prSet presAssocID="{5DBDFB0C-2424-4651-AB2A-2E4D6F458394}" presName="vert1" presStyleCnt="0"/>
      <dgm:spPr/>
    </dgm:pt>
  </dgm:ptLst>
  <dgm:cxnLst>
    <dgm:cxn modelId="{2FB37107-5B04-4566-9803-024EB73620D1}" type="presOf" srcId="{453FAFE1-9504-4D6E-A769-6CFA2DF41F8A}" destId="{47F5EC91-7F80-4563-8EDF-84ED06589F54}" srcOrd="0" destOrd="0" presId="urn:microsoft.com/office/officeart/2008/layout/LinedList"/>
    <dgm:cxn modelId="{CAD0B815-FEA5-4AD1-BE24-9EEAE0337DA2}" srcId="{6398882C-BEE5-4B6C-A1DE-679CC583D0BD}" destId="{D440FAD1-6266-4FB9-9E75-ECDBEDFA55F0}" srcOrd="2" destOrd="0" parTransId="{5ACBF640-D251-499D-96EA-DD8496A441FB}" sibTransId="{1EAB3376-FA82-494C-A6BD-1AFD6F24CD48}"/>
    <dgm:cxn modelId="{8DFD2D18-C95B-452C-AC7A-2232A9096A56}" type="presOf" srcId="{DC9A9E46-B6E3-403D-B630-A989F3CDECA8}" destId="{B2B25321-1678-46AB-A965-7E5A9920884B}" srcOrd="0" destOrd="0" presId="urn:microsoft.com/office/officeart/2008/layout/LinedList"/>
    <dgm:cxn modelId="{E1E5F41D-97C6-47B2-896E-BA1DBD3096FA}" type="presOf" srcId="{6398882C-BEE5-4B6C-A1DE-679CC583D0BD}" destId="{E1A1E37E-23A0-4451-9132-4A2219CA7843}" srcOrd="0" destOrd="0" presId="urn:microsoft.com/office/officeart/2008/layout/LinedList"/>
    <dgm:cxn modelId="{FB89AA23-0E25-499E-80C4-1D13E9130F01}" srcId="{6398882C-BEE5-4B6C-A1DE-679CC583D0BD}" destId="{5DBDFB0C-2424-4651-AB2A-2E4D6F458394}" srcOrd="4" destOrd="0" parTransId="{C83ED342-9061-4D80-86F7-17D79BBD2EE0}" sibTransId="{1B562724-E108-42BF-B757-F46B31DB257B}"/>
    <dgm:cxn modelId="{EACDB577-F9ED-4D71-AD8D-CA59EE8C6C63}" type="presOf" srcId="{5DBDFB0C-2424-4651-AB2A-2E4D6F458394}" destId="{19753567-9965-464F-B74D-714B4ED350DC}" srcOrd="0" destOrd="0" presId="urn:microsoft.com/office/officeart/2008/layout/LinedList"/>
    <dgm:cxn modelId="{D0366885-0E2C-4810-AF4F-8B0BC7864B75}" type="presOf" srcId="{D440FAD1-6266-4FB9-9E75-ECDBEDFA55F0}" destId="{4782F86A-2E42-4B7F-961E-304DC8854F70}" srcOrd="0" destOrd="0" presId="urn:microsoft.com/office/officeart/2008/layout/LinedList"/>
    <dgm:cxn modelId="{543C578A-C763-485E-A45F-1A17A44F1B70}" type="presOf" srcId="{BF6758B2-4E5C-40E0-A22E-9FA7BF74B754}" destId="{0DCA04E8-0BD4-451D-B896-F849FE4621E7}" srcOrd="0" destOrd="0" presId="urn:microsoft.com/office/officeart/2008/layout/LinedList"/>
    <dgm:cxn modelId="{BC840BA5-331B-44EF-8BE2-7C05FCEFC358}" srcId="{6398882C-BEE5-4B6C-A1DE-679CC583D0BD}" destId="{DC9A9E46-B6E3-403D-B630-A989F3CDECA8}" srcOrd="3" destOrd="0" parTransId="{2B5DCDEE-7113-4EC3-8E44-9C0899583B90}" sibTransId="{BF213B61-2923-423F-ABCA-96BDE0E42B02}"/>
    <dgm:cxn modelId="{0D7A43A5-20E1-40F3-9298-D78E29A42ADB}" srcId="{6398882C-BEE5-4B6C-A1DE-679CC583D0BD}" destId="{453FAFE1-9504-4D6E-A769-6CFA2DF41F8A}" srcOrd="0" destOrd="0" parTransId="{A7D5834D-1B0E-413A-9B39-15FC38B5DD2C}" sibTransId="{6BCF82CE-0738-4087-A091-7E62501C4BC0}"/>
    <dgm:cxn modelId="{DC981DD3-46DD-4DB7-A7C3-66F40D5447F9}" srcId="{6398882C-BEE5-4B6C-A1DE-679CC583D0BD}" destId="{BF6758B2-4E5C-40E0-A22E-9FA7BF74B754}" srcOrd="1" destOrd="0" parTransId="{6B2AC1E8-6CAF-422F-B374-4BFE9EC16504}" sibTransId="{ED74B4E9-143F-4003-AB93-3997DF5AC392}"/>
    <dgm:cxn modelId="{24C6FFA1-5E38-4B98-BD11-20236D728198}" type="presParOf" srcId="{E1A1E37E-23A0-4451-9132-4A2219CA7843}" destId="{E9CEA4D7-B96D-432E-8F18-8BD6D398D135}" srcOrd="0" destOrd="0" presId="urn:microsoft.com/office/officeart/2008/layout/LinedList"/>
    <dgm:cxn modelId="{1A65F6F0-81C9-49DF-8AC3-4D139B0B915E}" type="presParOf" srcId="{E1A1E37E-23A0-4451-9132-4A2219CA7843}" destId="{2E222F9D-B4CB-44CC-AD09-84F7BA810956}" srcOrd="1" destOrd="0" presId="urn:microsoft.com/office/officeart/2008/layout/LinedList"/>
    <dgm:cxn modelId="{3E542621-D951-41FB-9287-AEF28C444230}" type="presParOf" srcId="{2E222F9D-B4CB-44CC-AD09-84F7BA810956}" destId="{47F5EC91-7F80-4563-8EDF-84ED06589F54}" srcOrd="0" destOrd="0" presId="urn:microsoft.com/office/officeart/2008/layout/LinedList"/>
    <dgm:cxn modelId="{58B4D571-B699-44CC-9C7A-E19C8A778B94}" type="presParOf" srcId="{2E222F9D-B4CB-44CC-AD09-84F7BA810956}" destId="{E7FEA7C0-5350-41D5-A6D0-10BDE8B89284}" srcOrd="1" destOrd="0" presId="urn:microsoft.com/office/officeart/2008/layout/LinedList"/>
    <dgm:cxn modelId="{1FA4672E-23AA-463B-ABBD-BF47AF4C88E8}" type="presParOf" srcId="{E1A1E37E-23A0-4451-9132-4A2219CA7843}" destId="{6A1DBC66-7FD7-4FF8-BD18-75C4D7FEE9B8}" srcOrd="2" destOrd="0" presId="urn:microsoft.com/office/officeart/2008/layout/LinedList"/>
    <dgm:cxn modelId="{C78384DF-D33F-4464-B970-6200C49A42AC}" type="presParOf" srcId="{E1A1E37E-23A0-4451-9132-4A2219CA7843}" destId="{2740848C-D365-4932-B783-62D1BAD8ECE0}" srcOrd="3" destOrd="0" presId="urn:microsoft.com/office/officeart/2008/layout/LinedList"/>
    <dgm:cxn modelId="{D7CBD294-A57A-4CC7-B218-D8C617207404}" type="presParOf" srcId="{2740848C-D365-4932-B783-62D1BAD8ECE0}" destId="{0DCA04E8-0BD4-451D-B896-F849FE4621E7}" srcOrd="0" destOrd="0" presId="urn:microsoft.com/office/officeart/2008/layout/LinedList"/>
    <dgm:cxn modelId="{60B7879C-0E12-4A43-84B8-0465A9957594}" type="presParOf" srcId="{2740848C-D365-4932-B783-62D1BAD8ECE0}" destId="{D566446E-E1DF-4706-BAD4-53670E1150E5}" srcOrd="1" destOrd="0" presId="urn:microsoft.com/office/officeart/2008/layout/LinedList"/>
    <dgm:cxn modelId="{6ACFAE5D-3A3F-41DD-AC6E-F198D5DE2216}" type="presParOf" srcId="{E1A1E37E-23A0-4451-9132-4A2219CA7843}" destId="{EF3574FC-C78B-4E69-87D6-86F5B3C83BF7}" srcOrd="4" destOrd="0" presId="urn:microsoft.com/office/officeart/2008/layout/LinedList"/>
    <dgm:cxn modelId="{288B307D-62AB-44E1-B83B-0768BE93F6C6}" type="presParOf" srcId="{E1A1E37E-23A0-4451-9132-4A2219CA7843}" destId="{E35C820B-1454-483F-B907-A60850D4C47D}" srcOrd="5" destOrd="0" presId="urn:microsoft.com/office/officeart/2008/layout/LinedList"/>
    <dgm:cxn modelId="{A57B0B25-6FF6-40A0-9FE0-0918CEC315D7}" type="presParOf" srcId="{E35C820B-1454-483F-B907-A60850D4C47D}" destId="{4782F86A-2E42-4B7F-961E-304DC8854F70}" srcOrd="0" destOrd="0" presId="urn:microsoft.com/office/officeart/2008/layout/LinedList"/>
    <dgm:cxn modelId="{B1F8ADFF-DAC7-4CD7-BABE-B14586513AA0}" type="presParOf" srcId="{E35C820B-1454-483F-B907-A60850D4C47D}" destId="{8ABACE03-FA32-4F43-B13A-77A6C8D1677E}" srcOrd="1" destOrd="0" presId="urn:microsoft.com/office/officeart/2008/layout/LinedList"/>
    <dgm:cxn modelId="{BF520A09-B428-40F2-83FD-80A543C6E248}" type="presParOf" srcId="{E1A1E37E-23A0-4451-9132-4A2219CA7843}" destId="{B709178B-E381-4B18-B9E3-D5863D4CDFFA}" srcOrd="6" destOrd="0" presId="urn:microsoft.com/office/officeart/2008/layout/LinedList"/>
    <dgm:cxn modelId="{9F11612D-ED94-4197-8316-4AF7FC3CD981}" type="presParOf" srcId="{E1A1E37E-23A0-4451-9132-4A2219CA7843}" destId="{1FE53152-ACE0-4864-9103-58BEF0F32784}" srcOrd="7" destOrd="0" presId="urn:microsoft.com/office/officeart/2008/layout/LinedList"/>
    <dgm:cxn modelId="{DC6794C7-BB91-4214-91A8-A41B92F1A524}" type="presParOf" srcId="{1FE53152-ACE0-4864-9103-58BEF0F32784}" destId="{B2B25321-1678-46AB-A965-7E5A9920884B}" srcOrd="0" destOrd="0" presId="urn:microsoft.com/office/officeart/2008/layout/LinedList"/>
    <dgm:cxn modelId="{87F9E9B4-D0FA-44DC-ACFC-A859F3AE8414}" type="presParOf" srcId="{1FE53152-ACE0-4864-9103-58BEF0F32784}" destId="{6E2A35EA-F383-4F19-AEFF-8E4E63B775B7}" srcOrd="1" destOrd="0" presId="urn:microsoft.com/office/officeart/2008/layout/LinedList"/>
    <dgm:cxn modelId="{60E32C94-C235-4A64-AEF8-E583D80DEED9}" type="presParOf" srcId="{E1A1E37E-23A0-4451-9132-4A2219CA7843}" destId="{A18661A1-CCBE-4B31-9A0B-4B4EB86AF661}" srcOrd="8" destOrd="0" presId="urn:microsoft.com/office/officeart/2008/layout/LinedList"/>
    <dgm:cxn modelId="{692C8F61-1FE4-4625-89BF-64F57C84E707}" type="presParOf" srcId="{E1A1E37E-23A0-4451-9132-4A2219CA7843}" destId="{A5D7FF84-B5AE-4D18-BFCC-2E708BFAE72A}" srcOrd="9" destOrd="0" presId="urn:microsoft.com/office/officeart/2008/layout/LinedList"/>
    <dgm:cxn modelId="{17F38CE1-5423-4582-90E7-C147D2471FCB}" type="presParOf" srcId="{A5D7FF84-B5AE-4D18-BFCC-2E708BFAE72A}" destId="{19753567-9965-464F-B74D-714B4ED350DC}" srcOrd="0" destOrd="0" presId="urn:microsoft.com/office/officeart/2008/layout/LinedList"/>
    <dgm:cxn modelId="{D15912CC-B357-4CD0-8FB0-8EB6D6F46B1B}" type="presParOf" srcId="{A5D7FF84-B5AE-4D18-BFCC-2E708BFAE72A}" destId="{3FA4094F-9AAF-4908-8204-38D6470D3D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98882C-BEE5-4B6C-A1DE-679CC583D0BD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53FAFE1-9504-4D6E-A769-6CFA2DF41F8A}">
      <dgm:prSet/>
      <dgm:spPr/>
      <dgm:t>
        <a:bodyPr/>
        <a:lstStyle/>
        <a:p>
          <a:r>
            <a:rPr lang="en-US" b="1" dirty="0"/>
            <a:t>Excluded</a:t>
          </a:r>
          <a:endParaRPr lang="en-US" dirty="0"/>
        </a:p>
      </dgm:t>
    </dgm:pt>
    <dgm:pt modelId="{A7D5834D-1B0E-413A-9B39-15FC38B5DD2C}" type="parTrans" cxnId="{0D7A43A5-20E1-40F3-9298-D78E29A42ADB}">
      <dgm:prSet/>
      <dgm:spPr/>
      <dgm:t>
        <a:bodyPr/>
        <a:lstStyle/>
        <a:p>
          <a:endParaRPr lang="en-US"/>
        </a:p>
      </dgm:t>
    </dgm:pt>
    <dgm:pt modelId="{6BCF82CE-0738-4087-A091-7E62501C4BC0}" type="sibTrans" cxnId="{0D7A43A5-20E1-40F3-9298-D78E29A42ADB}">
      <dgm:prSet/>
      <dgm:spPr/>
      <dgm:t>
        <a:bodyPr/>
        <a:lstStyle/>
        <a:p>
          <a:endParaRPr lang="en-US"/>
        </a:p>
      </dgm:t>
    </dgm:pt>
    <dgm:pt modelId="{BF6758B2-4E5C-40E0-A22E-9FA7BF74B754}">
      <dgm:prSet/>
      <dgm:spPr/>
      <dgm:t>
        <a:bodyPr/>
        <a:lstStyle/>
        <a:p>
          <a:r>
            <a:rPr lang="en-US" dirty="0"/>
            <a:t>Multiclass attack types</a:t>
          </a:r>
        </a:p>
      </dgm:t>
    </dgm:pt>
    <dgm:pt modelId="{6B2AC1E8-6CAF-422F-B374-4BFE9EC16504}" type="parTrans" cxnId="{DC981DD3-46DD-4DB7-A7C3-66F40D5447F9}">
      <dgm:prSet/>
      <dgm:spPr/>
      <dgm:t>
        <a:bodyPr/>
        <a:lstStyle/>
        <a:p>
          <a:endParaRPr lang="en-US"/>
        </a:p>
      </dgm:t>
    </dgm:pt>
    <dgm:pt modelId="{ED74B4E9-143F-4003-AB93-3997DF5AC392}" type="sibTrans" cxnId="{DC981DD3-46DD-4DB7-A7C3-66F40D5447F9}">
      <dgm:prSet/>
      <dgm:spPr/>
      <dgm:t>
        <a:bodyPr/>
        <a:lstStyle/>
        <a:p>
          <a:endParaRPr lang="en-US"/>
        </a:p>
      </dgm:t>
    </dgm:pt>
    <dgm:pt modelId="{D440FAD1-6266-4FB9-9E75-ECDBEDFA55F0}">
      <dgm:prSet/>
      <dgm:spPr/>
      <dgm:t>
        <a:bodyPr/>
        <a:lstStyle/>
        <a:p>
          <a:r>
            <a:rPr lang="en-US" dirty="0"/>
            <a:t>Fine-tuning</a:t>
          </a:r>
        </a:p>
      </dgm:t>
    </dgm:pt>
    <dgm:pt modelId="{5ACBF640-D251-499D-96EA-DD8496A441FB}" type="parTrans" cxnId="{CAD0B815-FEA5-4AD1-BE24-9EEAE0337DA2}">
      <dgm:prSet/>
      <dgm:spPr/>
      <dgm:t>
        <a:bodyPr/>
        <a:lstStyle/>
        <a:p>
          <a:endParaRPr lang="en-US"/>
        </a:p>
      </dgm:t>
    </dgm:pt>
    <dgm:pt modelId="{1EAB3376-FA82-494C-A6BD-1AFD6F24CD48}" type="sibTrans" cxnId="{CAD0B815-FEA5-4AD1-BE24-9EEAE0337DA2}">
      <dgm:prSet/>
      <dgm:spPr/>
      <dgm:t>
        <a:bodyPr/>
        <a:lstStyle/>
        <a:p>
          <a:endParaRPr lang="en-US"/>
        </a:p>
      </dgm:t>
    </dgm:pt>
    <dgm:pt modelId="{DC9A9E46-B6E3-403D-B630-A989F3CDECA8}">
      <dgm:prSet/>
      <dgm:spPr/>
      <dgm:t>
        <a:bodyPr/>
        <a:lstStyle/>
        <a:p>
          <a:endParaRPr lang="en-US" dirty="0"/>
        </a:p>
      </dgm:t>
    </dgm:pt>
    <dgm:pt modelId="{2B5DCDEE-7113-4EC3-8E44-9C0899583B90}" type="parTrans" cxnId="{BC840BA5-331B-44EF-8BE2-7C05FCEFC358}">
      <dgm:prSet/>
      <dgm:spPr/>
      <dgm:t>
        <a:bodyPr/>
        <a:lstStyle/>
        <a:p>
          <a:endParaRPr lang="en-US"/>
        </a:p>
      </dgm:t>
    </dgm:pt>
    <dgm:pt modelId="{BF213B61-2923-423F-ABCA-96BDE0E42B02}" type="sibTrans" cxnId="{BC840BA5-331B-44EF-8BE2-7C05FCEFC358}">
      <dgm:prSet/>
      <dgm:spPr/>
      <dgm:t>
        <a:bodyPr/>
        <a:lstStyle/>
        <a:p>
          <a:endParaRPr lang="en-US"/>
        </a:p>
      </dgm:t>
    </dgm:pt>
    <dgm:pt modelId="{5DBDFB0C-2424-4651-AB2A-2E4D6F458394}">
      <dgm:prSet/>
      <dgm:spPr/>
      <dgm:t>
        <a:bodyPr/>
        <a:lstStyle/>
        <a:p>
          <a:endParaRPr lang="en-US" dirty="0"/>
        </a:p>
      </dgm:t>
    </dgm:pt>
    <dgm:pt modelId="{C83ED342-9061-4D80-86F7-17D79BBD2EE0}" type="parTrans" cxnId="{FB89AA23-0E25-499E-80C4-1D13E9130F01}">
      <dgm:prSet/>
      <dgm:spPr/>
      <dgm:t>
        <a:bodyPr/>
        <a:lstStyle/>
        <a:p>
          <a:endParaRPr lang="en-US"/>
        </a:p>
      </dgm:t>
    </dgm:pt>
    <dgm:pt modelId="{1B562724-E108-42BF-B757-F46B31DB257B}" type="sibTrans" cxnId="{FB89AA23-0E25-499E-80C4-1D13E9130F01}">
      <dgm:prSet/>
      <dgm:spPr/>
      <dgm:t>
        <a:bodyPr/>
        <a:lstStyle/>
        <a:p>
          <a:endParaRPr lang="en-US"/>
        </a:p>
      </dgm:t>
    </dgm:pt>
    <dgm:pt modelId="{E1A1E37E-23A0-4451-9132-4A2219CA7843}" type="pres">
      <dgm:prSet presAssocID="{6398882C-BEE5-4B6C-A1DE-679CC583D0BD}" presName="vert0" presStyleCnt="0">
        <dgm:presLayoutVars>
          <dgm:dir/>
          <dgm:animOne val="branch"/>
          <dgm:animLvl val="lvl"/>
        </dgm:presLayoutVars>
      </dgm:prSet>
      <dgm:spPr/>
    </dgm:pt>
    <dgm:pt modelId="{E9CEA4D7-B96D-432E-8F18-8BD6D398D135}" type="pres">
      <dgm:prSet presAssocID="{453FAFE1-9504-4D6E-A769-6CFA2DF41F8A}" presName="thickLine" presStyleLbl="alignNode1" presStyleIdx="0" presStyleCnt="5"/>
      <dgm:spPr/>
    </dgm:pt>
    <dgm:pt modelId="{2E222F9D-B4CB-44CC-AD09-84F7BA810956}" type="pres">
      <dgm:prSet presAssocID="{453FAFE1-9504-4D6E-A769-6CFA2DF41F8A}" presName="horz1" presStyleCnt="0"/>
      <dgm:spPr/>
    </dgm:pt>
    <dgm:pt modelId="{47F5EC91-7F80-4563-8EDF-84ED06589F54}" type="pres">
      <dgm:prSet presAssocID="{453FAFE1-9504-4D6E-A769-6CFA2DF41F8A}" presName="tx1" presStyleLbl="revTx" presStyleIdx="0" presStyleCnt="5"/>
      <dgm:spPr/>
    </dgm:pt>
    <dgm:pt modelId="{E7FEA7C0-5350-41D5-A6D0-10BDE8B89284}" type="pres">
      <dgm:prSet presAssocID="{453FAFE1-9504-4D6E-A769-6CFA2DF41F8A}" presName="vert1" presStyleCnt="0"/>
      <dgm:spPr/>
    </dgm:pt>
    <dgm:pt modelId="{6A1DBC66-7FD7-4FF8-BD18-75C4D7FEE9B8}" type="pres">
      <dgm:prSet presAssocID="{BF6758B2-4E5C-40E0-A22E-9FA7BF74B754}" presName="thickLine" presStyleLbl="alignNode1" presStyleIdx="1" presStyleCnt="5"/>
      <dgm:spPr/>
    </dgm:pt>
    <dgm:pt modelId="{2740848C-D365-4932-B783-62D1BAD8ECE0}" type="pres">
      <dgm:prSet presAssocID="{BF6758B2-4E5C-40E0-A22E-9FA7BF74B754}" presName="horz1" presStyleCnt="0"/>
      <dgm:spPr/>
    </dgm:pt>
    <dgm:pt modelId="{0DCA04E8-0BD4-451D-B896-F849FE4621E7}" type="pres">
      <dgm:prSet presAssocID="{BF6758B2-4E5C-40E0-A22E-9FA7BF74B754}" presName="tx1" presStyleLbl="revTx" presStyleIdx="1" presStyleCnt="5"/>
      <dgm:spPr/>
    </dgm:pt>
    <dgm:pt modelId="{D566446E-E1DF-4706-BAD4-53670E1150E5}" type="pres">
      <dgm:prSet presAssocID="{BF6758B2-4E5C-40E0-A22E-9FA7BF74B754}" presName="vert1" presStyleCnt="0"/>
      <dgm:spPr/>
    </dgm:pt>
    <dgm:pt modelId="{EF3574FC-C78B-4E69-87D6-86F5B3C83BF7}" type="pres">
      <dgm:prSet presAssocID="{D440FAD1-6266-4FB9-9E75-ECDBEDFA55F0}" presName="thickLine" presStyleLbl="alignNode1" presStyleIdx="2" presStyleCnt="5"/>
      <dgm:spPr/>
    </dgm:pt>
    <dgm:pt modelId="{E35C820B-1454-483F-B907-A60850D4C47D}" type="pres">
      <dgm:prSet presAssocID="{D440FAD1-6266-4FB9-9E75-ECDBEDFA55F0}" presName="horz1" presStyleCnt="0"/>
      <dgm:spPr/>
    </dgm:pt>
    <dgm:pt modelId="{4782F86A-2E42-4B7F-961E-304DC8854F70}" type="pres">
      <dgm:prSet presAssocID="{D440FAD1-6266-4FB9-9E75-ECDBEDFA55F0}" presName="tx1" presStyleLbl="revTx" presStyleIdx="2" presStyleCnt="5"/>
      <dgm:spPr/>
    </dgm:pt>
    <dgm:pt modelId="{8ABACE03-FA32-4F43-B13A-77A6C8D1677E}" type="pres">
      <dgm:prSet presAssocID="{D440FAD1-6266-4FB9-9E75-ECDBEDFA55F0}" presName="vert1" presStyleCnt="0"/>
      <dgm:spPr/>
    </dgm:pt>
    <dgm:pt modelId="{B709178B-E381-4B18-B9E3-D5863D4CDFFA}" type="pres">
      <dgm:prSet presAssocID="{DC9A9E46-B6E3-403D-B630-A989F3CDECA8}" presName="thickLine" presStyleLbl="alignNode1" presStyleIdx="3" presStyleCnt="5"/>
      <dgm:spPr/>
    </dgm:pt>
    <dgm:pt modelId="{1FE53152-ACE0-4864-9103-58BEF0F32784}" type="pres">
      <dgm:prSet presAssocID="{DC9A9E46-B6E3-403D-B630-A989F3CDECA8}" presName="horz1" presStyleCnt="0"/>
      <dgm:spPr/>
    </dgm:pt>
    <dgm:pt modelId="{B2B25321-1678-46AB-A965-7E5A9920884B}" type="pres">
      <dgm:prSet presAssocID="{DC9A9E46-B6E3-403D-B630-A989F3CDECA8}" presName="tx1" presStyleLbl="revTx" presStyleIdx="3" presStyleCnt="5"/>
      <dgm:spPr/>
    </dgm:pt>
    <dgm:pt modelId="{6E2A35EA-F383-4F19-AEFF-8E4E63B775B7}" type="pres">
      <dgm:prSet presAssocID="{DC9A9E46-B6E3-403D-B630-A989F3CDECA8}" presName="vert1" presStyleCnt="0"/>
      <dgm:spPr/>
    </dgm:pt>
    <dgm:pt modelId="{A18661A1-CCBE-4B31-9A0B-4B4EB86AF661}" type="pres">
      <dgm:prSet presAssocID="{5DBDFB0C-2424-4651-AB2A-2E4D6F458394}" presName="thickLine" presStyleLbl="alignNode1" presStyleIdx="4" presStyleCnt="5"/>
      <dgm:spPr/>
    </dgm:pt>
    <dgm:pt modelId="{A5D7FF84-B5AE-4D18-BFCC-2E708BFAE72A}" type="pres">
      <dgm:prSet presAssocID="{5DBDFB0C-2424-4651-AB2A-2E4D6F458394}" presName="horz1" presStyleCnt="0"/>
      <dgm:spPr/>
    </dgm:pt>
    <dgm:pt modelId="{19753567-9965-464F-B74D-714B4ED350DC}" type="pres">
      <dgm:prSet presAssocID="{5DBDFB0C-2424-4651-AB2A-2E4D6F458394}" presName="tx1" presStyleLbl="revTx" presStyleIdx="4" presStyleCnt="5"/>
      <dgm:spPr/>
    </dgm:pt>
    <dgm:pt modelId="{3FA4094F-9AAF-4908-8204-38D6470D3DB8}" type="pres">
      <dgm:prSet presAssocID="{5DBDFB0C-2424-4651-AB2A-2E4D6F458394}" presName="vert1" presStyleCnt="0"/>
      <dgm:spPr/>
    </dgm:pt>
  </dgm:ptLst>
  <dgm:cxnLst>
    <dgm:cxn modelId="{2FB37107-5B04-4566-9803-024EB73620D1}" type="presOf" srcId="{453FAFE1-9504-4D6E-A769-6CFA2DF41F8A}" destId="{47F5EC91-7F80-4563-8EDF-84ED06589F54}" srcOrd="0" destOrd="0" presId="urn:microsoft.com/office/officeart/2008/layout/LinedList"/>
    <dgm:cxn modelId="{CAD0B815-FEA5-4AD1-BE24-9EEAE0337DA2}" srcId="{6398882C-BEE5-4B6C-A1DE-679CC583D0BD}" destId="{D440FAD1-6266-4FB9-9E75-ECDBEDFA55F0}" srcOrd="2" destOrd="0" parTransId="{5ACBF640-D251-499D-96EA-DD8496A441FB}" sibTransId="{1EAB3376-FA82-494C-A6BD-1AFD6F24CD48}"/>
    <dgm:cxn modelId="{8DFD2D18-C95B-452C-AC7A-2232A9096A56}" type="presOf" srcId="{DC9A9E46-B6E3-403D-B630-A989F3CDECA8}" destId="{B2B25321-1678-46AB-A965-7E5A9920884B}" srcOrd="0" destOrd="0" presId="urn:microsoft.com/office/officeart/2008/layout/LinedList"/>
    <dgm:cxn modelId="{E1E5F41D-97C6-47B2-896E-BA1DBD3096FA}" type="presOf" srcId="{6398882C-BEE5-4B6C-A1DE-679CC583D0BD}" destId="{E1A1E37E-23A0-4451-9132-4A2219CA7843}" srcOrd="0" destOrd="0" presId="urn:microsoft.com/office/officeart/2008/layout/LinedList"/>
    <dgm:cxn modelId="{FB89AA23-0E25-499E-80C4-1D13E9130F01}" srcId="{6398882C-BEE5-4B6C-A1DE-679CC583D0BD}" destId="{5DBDFB0C-2424-4651-AB2A-2E4D6F458394}" srcOrd="4" destOrd="0" parTransId="{C83ED342-9061-4D80-86F7-17D79BBD2EE0}" sibTransId="{1B562724-E108-42BF-B757-F46B31DB257B}"/>
    <dgm:cxn modelId="{EACDB577-F9ED-4D71-AD8D-CA59EE8C6C63}" type="presOf" srcId="{5DBDFB0C-2424-4651-AB2A-2E4D6F458394}" destId="{19753567-9965-464F-B74D-714B4ED350DC}" srcOrd="0" destOrd="0" presId="urn:microsoft.com/office/officeart/2008/layout/LinedList"/>
    <dgm:cxn modelId="{D0366885-0E2C-4810-AF4F-8B0BC7864B75}" type="presOf" srcId="{D440FAD1-6266-4FB9-9E75-ECDBEDFA55F0}" destId="{4782F86A-2E42-4B7F-961E-304DC8854F70}" srcOrd="0" destOrd="0" presId="urn:microsoft.com/office/officeart/2008/layout/LinedList"/>
    <dgm:cxn modelId="{543C578A-C763-485E-A45F-1A17A44F1B70}" type="presOf" srcId="{BF6758B2-4E5C-40E0-A22E-9FA7BF74B754}" destId="{0DCA04E8-0BD4-451D-B896-F849FE4621E7}" srcOrd="0" destOrd="0" presId="urn:microsoft.com/office/officeart/2008/layout/LinedList"/>
    <dgm:cxn modelId="{BC840BA5-331B-44EF-8BE2-7C05FCEFC358}" srcId="{6398882C-BEE5-4B6C-A1DE-679CC583D0BD}" destId="{DC9A9E46-B6E3-403D-B630-A989F3CDECA8}" srcOrd="3" destOrd="0" parTransId="{2B5DCDEE-7113-4EC3-8E44-9C0899583B90}" sibTransId="{BF213B61-2923-423F-ABCA-96BDE0E42B02}"/>
    <dgm:cxn modelId="{0D7A43A5-20E1-40F3-9298-D78E29A42ADB}" srcId="{6398882C-BEE5-4B6C-A1DE-679CC583D0BD}" destId="{453FAFE1-9504-4D6E-A769-6CFA2DF41F8A}" srcOrd="0" destOrd="0" parTransId="{A7D5834D-1B0E-413A-9B39-15FC38B5DD2C}" sibTransId="{6BCF82CE-0738-4087-A091-7E62501C4BC0}"/>
    <dgm:cxn modelId="{DC981DD3-46DD-4DB7-A7C3-66F40D5447F9}" srcId="{6398882C-BEE5-4B6C-A1DE-679CC583D0BD}" destId="{BF6758B2-4E5C-40E0-A22E-9FA7BF74B754}" srcOrd="1" destOrd="0" parTransId="{6B2AC1E8-6CAF-422F-B374-4BFE9EC16504}" sibTransId="{ED74B4E9-143F-4003-AB93-3997DF5AC392}"/>
    <dgm:cxn modelId="{24C6FFA1-5E38-4B98-BD11-20236D728198}" type="presParOf" srcId="{E1A1E37E-23A0-4451-9132-4A2219CA7843}" destId="{E9CEA4D7-B96D-432E-8F18-8BD6D398D135}" srcOrd="0" destOrd="0" presId="urn:microsoft.com/office/officeart/2008/layout/LinedList"/>
    <dgm:cxn modelId="{1A65F6F0-81C9-49DF-8AC3-4D139B0B915E}" type="presParOf" srcId="{E1A1E37E-23A0-4451-9132-4A2219CA7843}" destId="{2E222F9D-B4CB-44CC-AD09-84F7BA810956}" srcOrd="1" destOrd="0" presId="urn:microsoft.com/office/officeart/2008/layout/LinedList"/>
    <dgm:cxn modelId="{3E542621-D951-41FB-9287-AEF28C444230}" type="presParOf" srcId="{2E222F9D-B4CB-44CC-AD09-84F7BA810956}" destId="{47F5EC91-7F80-4563-8EDF-84ED06589F54}" srcOrd="0" destOrd="0" presId="urn:microsoft.com/office/officeart/2008/layout/LinedList"/>
    <dgm:cxn modelId="{58B4D571-B699-44CC-9C7A-E19C8A778B94}" type="presParOf" srcId="{2E222F9D-B4CB-44CC-AD09-84F7BA810956}" destId="{E7FEA7C0-5350-41D5-A6D0-10BDE8B89284}" srcOrd="1" destOrd="0" presId="urn:microsoft.com/office/officeart/2008/layout/LinedList"/>
    <dgm:cxn modelId="{1FA4672E-23AA-463B-ABBD-BF47AF4C88E8}" type="presParOf" srcId="{E1A1E37E-23A0-4451-9132-4A2219CA7843}" destId="{6A1DBC66-7FD7-4FF8-BD18-75C4D7FEE9B8}" srcOrd="2" destOrd="0" presId="urn:microsoft.com/office/officeart/2008/layout/LinedList"/>
    <dgm:cxn modelId="{C78384DF-D33F-4464-B970-6200C49A42AC}" type="presParOf" srcId="{E1A1E37E-23A0-4451-9132-4A2219CA7843}" destId="{2740848C-D365-4932-B783-62D1BAD8ECE0}" srcOrd="3" destOrd="0" presId="urn:microsoft.com/office/officeart/2008/layout/LinedList"/>
    <dgm:cxn modelId="{D7CBD294-A57A-4CC7-B218-D8C617207404}" type="presParOf" srcId="{2740848C-D365-4932-B783-62D1BAD8ECE0}" destId="{0DCA04E8-0BD4-451D-B896-F849FE4621E7}" srcOrd="0" destOrd="0" presId="urn:microsoft.com/office/officeart/2008/layout/LinedList"/>
    <dgm:cxn modelId="{60B7879C-0E12-4A43-84B8-0465A9957594}" type="presParOf" srcId="{2740848C-D365-4932-B783-62D1BAD8ECE0}" destId="{D566446E-E1DF-4706-BAD4-53670E1150E5}" srcOrd="1" destOrd="0" presId="urn:microsoft.com/office/officeart/2008/layout/LinedList"/>
    <dgm:cxn modelId="{6ACFAE5D-3A3F-41DD-AC6E-F198D5DE2216}" type="presParOf" srcId="{E1A1E37E-23A0-4451-9132-4A2219CA7843}" destId="{EF3574FC-C78B-4E69-87D6-86F5B3C83BF7}" srcOrd="4" destOrd="0" presId="urn:microsoft.com/office/officeart/2008/layout/LinedList"/>
    <dgm:cxn modelId="{288B307D-62AB-44E1-B83B-0768BE93F6C6}" type="presParOf" srcId="{E1A1E37E-23A0-4451-9132-4A2219CA7843}" destId="{E35C820B-1454-483F-B907-A60850D4C47D}" srcOrd="5" destOrd="0" presId="urn:microsoft.com/office/officeart/2008/layout/LinedList"/>
    <dgm:cxn modelId="{A57B0B25-6FF6-40A0-9FE0-0918CEC315D7}" type="presParOf" srcId="{E35C820B-1454-483F-B907-A60850D4C47D}" destId="{4782F86A-2E42-4B7F-961E-304DC8854F70}" srcOrd="0" destOrd="0" presId="urn:microsoft.com/office/officeart/2008/layout/LinedList"/>
    <dgm:cxn modelId="{B1F8ADFF-DAC7-4CD7-BABE-B14586513AA0}" type="presParOf" srcId="{E35C820B-1454-483F-B907-A60850D4C47D}" destId="{8ABACE03-FA32-4F43-B13A-77A6C8D1677E}" srcOrd="1" destOrd="0" presId="urn:microsoft.com/office/officeart/2008/layout/LinedList"/>
    <dgm:cxn modelId="{BF520A09-B428-40F2-83FD-80A543C6E248}" type="presParOf" srcId="{E1A1E37E-23A0-4451-9132-4A2219CA7843}" destId="{B709178B-E381-4B18-B9E3-D5863D4CDFFA}" srcOrd="6" destOrd="0" presId="urn:microsoft.com/office/officeart/2008/layout/LinedList"/>
    <dgm:cxn modelId="{9F11612D-ED94-4197-8316-4AF7FC3CD981}" type="presParOf" srcId="{E1A1E37E-23A0-4451-9132-4A2219CA7843}" destId="{1FE53152-ACE0-4864-9103-58BEF0F32784}" srcOrd="7" destOrd="0" presId="urn:microsoft.com/office/officeart/2008/layout/LinedList"/>
    <dgm:cxn modelId="{DC6794C7-BB91-4214-91A8-A41B92F1A524}" type="presParOf" srcId="{1FE53152-ACE0-4864-9103-58BEF0F32784}" destId="{B2B25321-1678-46AB-A965-7E5A9920884B}" srcOrd="0" destOrd="0" presId="urn:microsoft.com/office/officeart/2008/layout/LinedList"/>
    <dgm:cxn modelId="{87F9E9B4-D0FA-44DC-ACFC-A859F3AE8414}" type="presParOf" srcId="{1FE53152-ACE0-4864-9103-58BEF0F32784}" destId="{6E2A35EA-F383-4F19-AEFF-8E4E63B775B7}" srcOrd="1" destOrd="0" presId="urn:microsoft.com/office/officeart/2008/layout/LinedList"/>
    <dgm:cxn modelId="{60E32C94-C235-4A64-AEF8-E583D80DEED9}" type="presParOf" srcId="{E1A1E37E-23A0-4451-9132-4A2219CA7843}" destId="{A18661A1-CCBE-4B31-9A0B-4B4EB86AF661}" srcOrd="8" destOrd="0" presId="urn:microsoft.com/office/officeart/2008/layout/LinedList"/>
    <dgm:cxn modelId="{692C8F61-1FE4-4625-89BF-64F57C84E707}" type="presParOf" srcId="{E1A1E37E-23A0-4451-9132-4A2219CA7843}" destId="{A5D7FF84-B5AE-4D18-BFCC-2E708BFAE72A}" srcOrd="9" destOrd="0" presId="urn:microsoft.com/office/officeart/2008/layout/LinedList"/>
    <dgm:cxn modelId="{17F38CE1-5423-4582-90E7-C147D2471FCB}" type="presParOf" srcId="{A5D7FF84-B5AE-4D18-BFCC-2E708BFAE72A}" destId="{19753567-9965-464F-B74D-714B4ED350DC}" srcOrd="0" destOrd="0" presId="urn:microsoft.com/office/officeart/2008/layout/LinedList"/>
    <dgm:cxn modelId="{D15912CC-B357-4CD0-8FB0-8EB6D6F46B1B}" type="presParOf" srcId="{A5D7FF84-B5AE-4D18-BFCC-2E708BFAE72A}" destId="{3FA4094F-9AAF-4908-8204-38D6470D3D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928BC-BA0A-492B-8967-041C68F6DE00}">
      <dsp:nvSpPr>
        <dsp:cNvPr id="0" name=""/>
        <dsp:cNvSpPr/>
      </dsp:nvSpPr>
      <dsp:spPr>
        <a:xfrm>
          <a:off x="1263090" y="394853"/>
          <a:ext cx="1308996" cy="13089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94B5D-0E74-4C36-9A48-29AA0BFA8684}">
      <dsp:nvSpPr>
        <dsp:cNvPr id="0" name=""/>
        <dsp:cNvSpPr/>
      </dsp:nvSpPr>
      <dsp:spPr>
        <a:xfrm>
          <a:off x="463148" y="2061988"/>
          <a:ext cx="29088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High volume of Windows event logs</a:t>
          </a:r>
        </a:p>
      </dsp:txBody>
      <dsp:txXfrm>
        <a:off x="463148" y="2061988"/>
        <a:ext cx="2908881" cy="720000"/>
      </dsp:txXfrm>
    </dsp:sp>
    <dsp:sp modelId="{FDE44A32-28B9-4F85-95D5-B37580FA43EF}">
      <dsp:nvSpPr>
        <dsp:cNvPr id="0" name=""/>
        <dsp:cNvSpPr/>
      </dsp:nvSpPr>
      <dsp:spPr>
        <a:xfrm>
          <a:off x="4681025" y="394853"/>
          <a:ext cx="1308996" cy="13089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E28C6-EA22-47D9-8B70-9E21AE7726E0}">
      <dsp:nvSpPr>
        <dsp:cNvPr id="0" name=""/>
        <dsp:cNvSpPr/>
      </dsp:nvSpPr>
      <dsp:spPr>
        <a:xfrm>
          <a:off x="3881083" y="2061988"/>
          <a:ext cx="29088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LLMs perform well on semi-structured text</a:t>
          </a:r>
        </a:p>
      </dsp:txBody>
      <dsp:txXfrm>
        <a:off x="3881083" y="2061988"/>
        <a:ext cx="2908881" cy="720000"/>
      </dsp:txXfrm>
    </dsp:sp>
    <dsp:sp modelId="{277D923A-2B17-4798-99B3-20D0404A3616}">
      <dsp:nvSpPr>
        <dsp:cNvPr id="0" name=""/>
        <dsp:cNvSpPr/>
      </dsp:nvSpPr>
      <dsp:spPr>
        <a:xfrm>
          <a:off x="8098960" y="394853"/>
          <a:ext cx="1308996" cy="13089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EEFB4-51D0-45E6-AB5B-11FC3909B750}">
      <dsp:nvSpPr>
        <dsp:cNvPr id="0" name=""/>
        <dsp:cNvSpPr/>
      </dsp:nvSpPr>
      <dsp:spPr>
        <a:xfrm>
          <a:off x="7299018" y="2061988"/>
          <a:ext cx="29088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Further evaluation on structured log detection</a:t>
          </a:r>
        </a:p>
      </dsp:txBody>
      <dsp:txXfrm>
        <a:off x="7299018" y="2061988"/>
        <a:ext cx="2908881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874C5-1CB3-4DBB-A92D-5B62A74663BD}">
      <dsp:nvSpPr>
        <dsp:cNvPr id="0" name=""/>
        <dsp:cNvSpPr/>
      </dsp:nvSpPr>
      <dsp:spPr>
        <a:xfrm>
          <a:off x="198371" y="1481"/>
          <a:ext cx="4405885" cy="2797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EA66E-494E-4F77-9C39-09DA93B4C6AB}">
      <dsp:nvSpPr>
        <dsp:cNvPr id="0" name=""/>
        <dsp:cNvSpPr/>
      </dsp:nvSpPr>
      <dsp:spPr>
        <a:xfrm>
          <a:off x="687914" y="466547"/>
          <a:ext cx="4405885" cy="2797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Can LLMs detect malicious Windows log entries?</a:t>
          </a:r>
        </a:p>
      </dsp:txBody>
      <dsp:txXfrm>
        <a:off x="769857" y="548490"/>
        <a:ext cx="4241999" cy="2633851"/>
      </dsp:txXfrm>
    </dsp:sp>
    <dsp:sp modelId="{2C2C30D8-B64C-4C3D-BDD4-460AE9793A26}">
      <dsp:nvSpPr>
        <dsp:cNvPr id="0" name=""/>
        <dsp:cNvSpPr/>
      </dsp:nvSpPr>
      <dsp:spPr>
        <a:xfrm>
          <a:off x="5583343" y="1481"/>
          <a:ext cx="4405885" cy="2797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36205-9F8F-4738-8C13-EAA9AA5092A6}">
      <dsp:nvSpPr>
        <dsp:cNvPr id="0" name=""/>
        <dsp:cNvSpPr/>
      </dsp:nvSpPr>
      <dsp:spPr>
        <a:xfrm>
          <a:off x="6072886" y="466547"/>
          <a:ext cx="4405885" cy="2797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Where do models fail?</a:t>
          </a:r>
        </a:p>
      </dsp:txBody>
      <dsp:txXfrm>
        <a:off x="6154829" y="548490"/>
        <a:ext cx="4241999" cy="26338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0524C-4449-4A5C-AFB9-3FF6A63AB64C}">
      <dsp:nvSpPr>
        <dsp:cNvPr id="0" name=""/>
        <dsp:cNvSpPr/>
      </dsp:nvSpPr>
      <dsp:spPr>
        <a:xfrm>
          <a:off x="0" y="60507"/>
          <a:ext cx="5664038" cy="11520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Atomic-evtx</a:t>
          </a:r>
        </a:p>
      </dsp:txBody>
      <dsp:txXfrm>
        <a:off x="56237" y="116744"/>
        <a:ext cx="5551564" cy="1039555"/>
      </dsp:txXfrm>
    </dsp:sp>
    <dsp:sp modelId="{0C7DE3E2-26F1-4FFE-8F5B-876AD5CB484F}">
      <dsp:nvSpPr>
        <dsp:cNvPr id="0" name=""/>
        <dsp:cNvSpPr/>
      </dsp:nvSpPr>
      <dsp:spPr>
        <a:xfrm>
          <a:off x="0" y="1296057"/>
          <a:ext cx="5664038" cy="1152029"/>
        </a:xfrm>
        <a:prstGeom prst="roundRect">
          <a:avLst/>
        </a:prstGeom>
        <a:solidFill>
          <a:schemeClr val="accent2">
            <a:hueOff val="-6070200"/>
            <a:satOff val="977"/>
            <a:lumOff val="26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Public Windows Event log dataset</a:t>
          </a:r>
        </a:p>
      </dsp:txBody>
      <dsp:txXfrm>
        <a:off x="56237" y="1352294"/>
        <a:ext cx="5551564" cy="1039555"/>
      </dsp:txXfrm>
    </dsp:sp>
    <dsp:sp modelId="{3C79206D-0E3C-40ED-B785-E3C5C18713D4}">
      <dsp:nvSpPr>
        <dsp:cNvPr id="0" name=""/>
        <dsp:cNvSpPr/>
      </dsp:nvSpPr>
      <dsp:spPr>
        <a:xfrm>
          <a:off x="0" y="2531607"/>
          <a:ext cx="5664038" cy="1152029"/>
        </a:xfrm>
        <a:prstGeom prst="roundRect">
          <a:avLst/>
        </a:prstGeom>
        <a:solidFill>
          <a:schemeClr val="accent2">
            <a:hueOff val="-12140401"/>
            <a:satOff val="1954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1,064 simulated attack scenarios</a:t>
          </a:r>
        </a:p>
      </dsp:txBody>
      <dsp:txXfrm>
        <a:off x="56237" y="2587844"/>
        <a:ext cx="5551564" cy="1039555"/>
      </dsp:txXfrm>
    </dsp:sp>
    <dsp:sp modelId="{C87809E6-D6FB-4D2E-808A-8D4F9F82ABAE}">
      <dsp:nvSpPr>
        <dsp:cNvPr id="0" name=""/>
        <dsp:cNvSpPr/>
      </dsp:nvSpPr>
      <dsp:spPr>
        <a:xfrm>
          <a:off x="0" y="3767156"/>
          <a:ext cx="5664038" cy="1152029"/>
        </a:xfrm>
        <a:prstGeom prst="roundRect">
          <a:avLst/>
        </a:prstGeom>
        <a:solidFill>
          <a:schemeClr val="accent2">
            <a:hueOff val="-18210601"/>
            <a:satOff val="2931"/>
            <a:lumOff val="80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JSON representations</a:t>
          </a:r>
        </a:p>
      </dsp:txBody>
      <dsp:txXfrm>
        <a:off x="56237" y="3823393"/>
        <a:ext cx="5551564" cy="1039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EA4D7-B96D-432E-8F18-8BD6D398D135}">
      <dsp:nvSpPr>
        <dsp:cNvPr id="0" name=""/>
        <dsp:cNvSpPr/>
      </dsp:nvSpPr>
      <dsp:spPr>
        <a:xfrm>
          <a:off x="0" y="387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5EC91-7F80-4563-8EDF-84ED06589F54}">
      <dsp:nvSpPr>
        <dsp:cNvPr id="0" name=""/>
        <dsp:cNvSpPr/>
      </dsp:nvSpPr>
      <dsp:spPr>
        <a:xfrm>
          <a:off x="0" y="387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Included</a:t>
          </a:r>
          <a:endParaRPr lang="en-US" sz="2500" kern="1200"/>
        </a:p>
      </dsp:txBody>
      <dsp:txXfrm>
        <a:off x="0" y="387"/>
        <a:ext cx="5972587" cy="635213"/>
      </dsp:txXfrm>
    </dsp:sp>
    <dsp:sp modelId="{6A1DBC66-7FD7-4FF8-BD18-75C4D7FEE9B8}">
      <dsp:nvSpPr>
        <dsp:cNvPr id="0" name=""/>
        <dsp:cNvSpPr/>
      </dsp:nvSpPr>
      <dsp:spPr>
        <a:xfrm>
          <a:off x="0" y="635601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A04E8-0BD4-451D-B896-F849FE4621E7}">
      <dsp:nvSpPr>
        <dsp:cNvPr id="0" name=""/>
        <dsp:cNvSpPr/>
      </dsp:nvSpPr>
      <dsp:spPr>
        <a:xfrm>
          <a:off x="0" y="635601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Binary classification (Malicious / Benign)</a:t>
          </a:r>
        </a:p>
      </dsp:txBody>
      <dsp:txXfrm>
        <a:off x="0" y="635601"/>
        <a:ext cx="5972587" cy="635213"/>
      </dsp:txXfrm>
    </dsp:sp>
    <dsp:sp modelId="{EF3574FC-C78B-4E69-87D6-86F5B3C83BF7}">
      <dsp:nvSpPr>
        <dsp:cNvPr id="0" name=""/>
        <dsp:cNvSpPr/>
      </dsp:nvSpPr>
      <dsp:spPr>
        <a:xfrm>
          <a:off x="0" y="1270814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2F86A-2E42-4B7F-961E-304DC8854F70}">
      <dsp:nvSpPr>
        <dsp:cNvPr id="0" name=""/>
        <dsp:cNvSpPr/>
      </dsp:nvSpPr>
      <dsp:spPr>
        <a:xfrm>
          <a:off x="0" y="1270814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Individual JSON log entries</a:t>
          </a:r>
        </a:p>
      </dsp:txBody>
      <dsp:txXfrm>
        <a:off x="0" y="1270814"/>
        <a:ext cx="5972587" cy="635213"/>
      </dsp:txXfrm>
    </dsp:sp>
    <dsp:sp modelId="{B709178B-E381-4B18-B9E3-D5863D4CDFFA}">
      <dsp:nvSpPr>
        <dsp:cNvPr id="0" name=""/>
        <dsp:cNvSpPr/>
      </dsp:nvSpPr>
      <dsp:spPr>
        <a:xfrm>
          <a:off x="0" y="1906027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25321-1678-46AB-A965-7E5A9920884B}">
      <dsp:nvSpPr>
        <dsp:cNvPr id="0" name=""/>
        <dsp:cNvSpPr/>
      </dsp:nvSpPr>
      <dsp:spPr>
        <a:xfrm>
          <a:off x="0" y="1906027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Model comparison</a:t>
          </a:r>
        </a:p>
      </dsp:txBody>
      <dsp:txXfrm>
        <a:off x="0" y="1906027"/>
        <a:ext cx="5972587" cy="635213"/>
      </dsp:txXfrm>
    </dsp:sp>
    <dsp:sp modelId="{A18661A1-CCBE-4B31-9A0B-4B4EB86AF661}">
      <dsp:nvSpPr>
        <dsp:cNvPr id="0" name=""/>
        <dsp:cNvSpPr/>
      </dsp:nvSpPr>
      <dsp:spPr>
        <a:xfrm>
          <a:off x="0" y="2541240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53567-9965-464F-B74D-714B4ED350DC}">
      <dsp:nvSpPr>
        <dsp:cNvPr id="0" name=""/>
        <dsp:cNvSpPr/>
      </dsp:nvSpPr>
      <dsp:spPr>
        <a:xfrm>
          <a:off x="0" y="2541240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Prompt experimentation</a:t>
          </a:r>
        </a:p>
      </dsp:txBody>
      <dsp:txXfrm>
        <a:off x="0" y="2541240"/>
        <a:ext cx="5972587" cy="6352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CEA4D7-B96D-432E-8F18-8BD6D398D135}">
      <dsp:nvSpPr>
        <dsp:cNvPr id="0" name=""/>
        <dsp:cNvSpPr/>
      </dsp:nvSpPr>
      <dsp:spPr>
        <a:xfrm>
          <a:off x="0" y="387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5EC91-7F80-4563-8EDF-84ED06589F54}">
      <dsp:nvSpPr>
        <dsp:cNvPr id="0" name=""/>
        <dsp:cNvSpPr/>
      </dsp:nvSpPr>
      <dsp:spPr>
        <a:xfrm>
          <a:off x="0" y="387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Excluded</a:t>
          </a:r>
          <a:endParaRPr lang="en-US" sz="2900" kern="1200" dirty="0"/>
        </a:p>
      </dsp:txBody>
      <dsp:txXfrm>
        <a:off x="0" y="387"/>
        <a:ext cx="5972587" cy="635213"/>
      </dsp:txXfrm>
    </dsp:sp>
    <dsp:sp modelId="{6A1DBC66-7FD7-4FF8-BD18-75C4D7FEE9B8}">
      <dsp:nvSpPr>
        <dsp:cNvPr id="0" name=""/>
        <dsp:cNvSpPr/>
      </dsp:nvSpPr>
      <dsp:spPr>
        <a:xfrm>
          <a:off x="0" y="635601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A04E8-0BD4-451D-B896-F849FE4621E7}">
      <dsp:nvSpPr>
        <dsp:cNvPr id="0" name=""/>
        <dsp:cNvSpPr/>
      </dsp:nvSpPr>
      <dsp:spPr>
        <a:xfrm>
          <a:off x="0" y="635601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Multiclass attack types</a:t>
          </a:r>
        </a:p>
      </dsp:txBody>
      <dsp:txXfrm>
        <a:off x="0" y="635601"/>
        <a:ext cx="5972587" cy="635213"/>
      </dsp:txXfrm>
    </dsp:sp>
    <dsp:sp modelId="{EF3574FC-C78B-4E69-87D6-86F5B3C83BF7}">
      <dsp:nvSpPr>
        <dsp:cNvPr id="0" name=""/>
        <dsp:cNvSpPr/>
      </dsp:nvSpPr>
      <dsp:spPr>
        <a:xfrm>
          <a:off x="0" y="1270814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2F86A-2E42-4B7F-961E-304DC8854F70}">
      <dsp:nvSpPr>
        <dsp:cNvPr id="0" name=""/>
        <dsp:cNvSpPr/>
      </dsp:nvSpPr>
      <dsp:spPr>
        <a:xfrm>
          <a:off x="0" y="1270814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Fine-tuning</a:t>
          </a:r>
        </a:p>
      </dsp:txBody>
      <dsp:txXfrm>
        <a:off x="0" y="1270814"/>
        <a:ext cx="5972587" cy="635213"/>
      </dsp:txXfrm>
    </dsp:sp>
    <dsp:sp modelId="{B709178B-E381-4B18-B9E3-D5863D4CDFFA}">
      <dsp:nvSpPr>
        <dsp:cNvPr id="0" name=""/>
        <dsp:cNvSpPr/>
      </dsp:nvSpPr>
      <dsp:spPr>
        <a:xfrm>
          <a:off x="0" y="1906027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25321-1678-46AB-A965-7E5A9920884B}">
      <dsp:nvSpPr>
        <dsp:cNvPr id="0" name=""/>
        <dsp:cNvSpPr/>
      </dsp:nvSpPr>
      <dsp:spPr>
        <a:xfrm>
          <a:off x="0" y="1906027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 dirty="0"/>
        </a:p>
      </dsp:txBody>
      <dsp:txXfrm>
        <a:off x="0" y="1906027"/>
        <a:ext cx="5972587" cy="635213"/>
      </dsp:txXfrm>
    </dsp:sp>
    <dsp:sp modelId="{A18661A1-CCBE-4B31-9A0B-4B4EB86AF661}">
      <dsp:nvSpPr>
        <dsp:cNvPr id="0" name=""/>
        <dsp:cNvSpPr/>
      </dsp:nvSpPr>
      <dsp:spPr>
        <a:xfrm>
          <a:off x="0" y="2541240"/>
          <a:ext cx="5972587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53567-9965-464F-B74D-714B4ED350DC}">
      <dsp:nvSpPr>
        <dsp:cNvPr id="0" name=""/>
        <dsp:cNvSpPr/>
      </dsp:nvSpPr>
      <dsp:spPr>
        <a:xfrm>
          <a:off x="0" y="2541240"/>
          <a:ext cx="5972587" cy="635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 dirty="0"/>
        </a:p>
      </dsp:txBody>
      <dsp:txXfrm>
        <a:off x="0" y="2541240"/>
        <a:ext cx="5972587" cy="635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36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9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51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507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3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9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5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7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0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1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2/17/2026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81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E15CD-586F-0F1E-9182-E85EBC3A4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182" y="893935"/>
            <a:ext cx="3756670" cy="3339390"/>
          </a:xfrm>
        </p:spPr>
        <p:txBody>
          <a:bodyPr anchor="b">
            <a:normAutofit/>
          </a:bodyPr>
          <a:lstStyle/>
          <a:p>
            <a:r>
              <a:rPr lang="en-US" sz="3800"/>
              <a:t>Evaluating LLMs For Malicious Activity Detection in Windows Event Logs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EA811-9C51-6A86-3912-920E13DDF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7181" y="4382814"/>
            <a:ext cx="3756669" cy="1403837"/>
          </a:xfrm>
        </p:spPr>
        <p:txBody>
          <a:bodyPr anchor="t">
            <a:normAutofit/>
          </a:bodyPr>
          <a:lstStyle/>
          <a:p>
            <a:r>
              <a:rPr lang="en-US"/>
              <a:t>Tyler Vander Mooren</a:t>
            </a:r>
          </a:p>
          <a:p>
            <a:r>
              <a:rPr lang="en-US"/>
              <a:t>CYB 499 – Applications of LLMs in Cyber Security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361E623-3F47-910D-A3BA-E32FDE9B37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83" r="8737" b="2"/>
          <a:stretch>
            <a:fillRect/>
          </a:stretch>
        </p:blipFill>
        <p:spPr>
          <a:xfrm>
            <a:off x="20" y="10"/>
            <a:ext cx="7102529" cy="6857990"/>
          </a:xfrm>
          <a:prstGeom prst="rect">
            <a:avLst/>
          </a:prstGeom>
        </p:spPr>
      </p:pic>
      <p:sp>
        <p:nvSpPr>
          <p:cNvPr id="27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19"/>
    </mc:Choice>
    <mc:Fallback xmlns="">
      <p:transition spd="slow" advTm="210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07B9C-3FEB-2000-5E17-ED1EFF881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Motivation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BFDE560-45C7-C8F3-CEA4-5217F9AB6A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756311"/>
              </p:ext>
            </p:extLst>
          </p:nvPr>
        </p:nvGraphicFramePr>
        <p:xfrm>
          <a:off x="758953" y="2606722"/>
          <a:ext cx="10671048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46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09"/>
    </mc:Choice>
    <mc:Fallback xmlns="">
      <p:transition spd="slow" advTm="6950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C5B1E-9DC6-569E-2266-E8AFCF35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74056"/>
          </a:xfrm>
        </p:spPr>
        <p:txBody>
          <a:bodyPr anchor="b">
            <a:normAutofit/>
          </a:bodyPr>
          <a:lstStyle/>
          <a:p>
            <a:r>
              <a:rPr lang="en-US"/>
              <a:t>Research Questions</a:t>
            </a: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330E915-CC77-D48F-C82F-F0A11D4EA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190918"/>
              </p:ext>
            </p:extLst>
          </p:nvPr>
        </p:nvGraphicFramePr>
        <p:xfrm>
          <a:off x="752857" y="2436128"/>
          <a:ext cx="10677144" cy="326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226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25"/>
    </mc:Choice>
    <mc:Fallback xmlns="">
      <p:transition spd="slow" advTm="3132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3C654D-5BA7-1DCF-7151-EC3E185C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5"/>
            <a:ext cx="3122148" cy="4807541"/>
          </a:xfrm>
        </p:spPr>
        <p:txBody>
          <a:bodyPr>
            <a:normAutofit/>
          </a:bodyPr>
          <a:lstStyle/>
          <a:p>
            <a:r>
              <a:rPr lang="en-US"/>
              <a:t>Dataset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BB25A96-E96A-4D45-AA98-5275E81FA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6956" y="0"/>
            <a:ext cx="7615044" cy="6858000"/>
          </a:xfrm>
          <a:custGeom>
            <a:avLst/>
            <a:gdLst>
              <a:gd name="connsiteX0" fmla="*/ 2017353 w 7615044"/>
              <a:gd name="connsiteY0" fmla="*/ 0 h 6858000"/>
              <a:gd name="connsiteX1" fmla="*/ 3903088 w 7615044"/>
              <a:gd name="connsiteY1" fmla="*/ 0 h 6858000"/>
              <a:gd name="connsiteX2" fmla="*/ 5215066 w 7615044"/>
              <a:gd name="connsiteY2" fmla="*/ 0 h 6858000"/>
              <a:gd name="connsiteX3" fmla="*/ 7615044 w 7615044"/>
              <a:gd name="connsiteY3" fmla="*/ 0 h 6858000"/>
              <a:gd name="connsiteX4" fmla="*/ 7615044 w 7615044"/>
              <a:gd name="connsiteY4" fmla="*/ 6858000 h 6858000"/>
              <a:gd name="connsiteX5" fmla="*/ 5215066 w 7615044"/>
              <a:gd name="connsiteY5" fmla="*/ 6858000 h 6858000"/>
              <a:gd name="connsiteX6" fmla="*/ 3903088 w 7615044"/>
              <a:gd name="connsiteY6" fmla="*/ 6858000 h 6858000"/>
              <a:gd name="connsiteX7" fmla="*/ 1292431 w 7615044"/>
              <a:gd name="connsiteY7" fmla="*/ 6858000 h 6858000"/>
              <a:gd name="connsiteX8" fmla="*/ 1012702 w 7615044"/>
              <a:gd name="connsiteY8" fmla="*/ 6549681 h 6858000"/>
              <a:gd name="connsiteX9" fmla="*/ 0 w 7615044"/>
              <a:gd name="connsiteY9" fmla="*/ 3723759 h 6858000"/>
              <a:gd name="connsiteX10" fmla="*/ 1955279 w 7615044"/>
              <a:gd name="connsiteY10" fmla="*/ 398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15044" h="6858000">
                <a:moveTo>
                  <a:pt x="2017353" y="0"/>
                </a:moveTo>
                <a:lnTo>
                  <a:pt x="3903088" y="0"/>
                </a:lnTo>
                <a:lnTo>
                  <a:pt x="5215066" y="0"/>
                </a:lnTo>
                <a:lnTo>
                  <a:pt x="7615044" y="0"/>
                </a:lnTo>
                <a:lnTo>
                  <a:pt x="7615044" y="6858000"/>
                </a:lnTo>
                <a:lnTo>
                  <a:pt x="5215066" y="6858000"/>
                </a:lnTo>
                <a:lnTo>
                  <a:pt x="3903088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1BA5D97-5345-8F65-E87E-B5201C167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9925827"/>
              </p:ext>
            </p:extLst>
          </p:nvPr>
        </p:nvGraphicFramePr>
        <p:xfrm>
          <a:off x="5765962" y="972642"/>
          <a:ext cx="5664038" cy="4979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841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217"/>
    </mc:Choice>
    <mc:Fallback xmlns="">
      <p:transition spd="slow" advTm="4521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45D105-1687-4CDD-D31A-C3625130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Benchmarking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01417-64C7-BFBE-0130-529236A3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824" y="2607732"/>
            <a:ext cx="4494112" cy="3174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Models</a:t>
            </a:r>
          </a:p>
          <a:p>
            <a:r>
              <a:rPr lang="en-US" dirty="0"/>
              <a:t>GPT-4o 200B (API model)</a:t>
            </a:r>
          </a:p>
          <a:p>
            <a:r>
              <a:rPr lang="en-US" dirty="0"/>
              <a:t>Llama 3.1 8B Instruct (open-source)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563D52-F671-4CA7-6CF1-8BA776F7457C}"/>
              </a:ext>
            </a:extLst>
          </p:cNvPr>
          <p:cNvSpPr txBox="1">
            <a:spLocks/>
          </p:cNvSpPr>
          <p:nvPr/>
        </p:nvSpPr>
        <p:spPr>
          <a:xfrm>
            <a:off x="5629139" y="2607732"/>
            <a:ext cx="4494112" cy="3174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Prompting Strategies</a:t>
            </a:r>
          </a:p>
          <a:p>
            <a:r>
              <a:rPr lang="en-US" dirty="0"/>
              <a:t>Direct classification prompt</a:t>
            </a:r>
          </a:p>
          <a:p>
            <a:r>
              <a:rPr lang="en-US" dirty="0"/>
              <a:t>Structured reasoning prompt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57B8AA-3107-8089-47A0-8DA82E390173}"/>
              </a:ext>
            </a:extLst>
          </p:cNvPr>
          <p:cNvSpPr txBox="1">
            <a:spLocks/>
          </p:cNvSpPr>
          <p:nvPr/>
        </p:nvSpPr>
        <p:spPr>
          <a:xfrm>
            <a:off x="758823" y="4005376"/>
            <a:ext cx="4494112" cy="3174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Evaluation Metrics</a:t>
            </a:r>
          </a:p>
          <a:p>
            <a:r>
              <a:rPr lang="en-US" dirty="0"/>
              <a:t>Accuracy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F1-score</a:t>
            </a:r>
          </a:p>
          <a:p>
            <a:r>
              <a:rPr lang="en-US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10401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653"/>
    </mc:Choice>
    <mc:Fallback xmlns="">
      <p:transition spd="slow" advTm="7065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113FF5-9B84-4A89-BF52-EA3C7E01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1955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3C6B6-C9D4-848D-9A48-50983C03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Scope</a:t>
            </a:r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56841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D293D12B-4F03-B276-B970-F4E0AC6AB1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859305"/>
              </p:ext>
            </p:extLst>
          </p:nvPr>
        </p:nvGraphicFramePr>
        <p:xfrm>
          <a:off x="246826" y="2606722"/>
          <a:ext cx="5972587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F64523F-6458-6A4C-E433-39D85E121F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749432"/>
              </p:ext>
            </p:extLst>
          </p:nvPr>
        </p:nvGraphicFramePr>
        <p:xfrm>
          <a:off x="6219412" y="2606722"/>
          <a:ext cx="5972587" cy="317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1518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25"/>
    </mc:Choice>
    <mc:Fallback xmlns="">
      <p:transition spd="slow" advTm="5082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2833A-2113-3311-ADCB-5F46B237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97" y="1063256"/>
            <a:ext cx="5312254" cy="1540106"/>
          </a:xfrm>
        </p:spPr>
        <p:txBody>
          <a:bodyPr>
            <a:normAutofit/>
          </a:bodyPr>
          <a:lstStyle/>
          <a:p>
            <a:r>
              <a:rPr lang="en-US" sz="5100"/>
              <a:t>Expected Outcomes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3862825-C012-4895-A17E-F3D1F62D8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7B42CAD-4F19-0EE2-B8F3-431925924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497" y="2933390"/>
            <a:ext cx="5312254" cy="2861349"/>
          </a:xfrm>
        </p:spPr>
        <p:txBody>
          <a:bodyPr>
            <a:normAutofit/>
          </a:bodyPr>
          <a:lstStyle/>
          <a:p>
            <a:r>
              <a:rPr lang="en-US"/>
              <a:t>Comparative model performance results</a:t>
            </a:r>
          </a:p>
          <a:p>
            <a:r>
              <a:rPr lang="en-US"/>
              <a:t>Impact of model scale analysis</a:t>
            </a:r>
          </a:p>
          <a:p>
            <a:r>
              <a:rPr lang="en-US"/>
              <a:t>Prompt effectiveness insights</a:t>
            </a:r>
          </a:p>
          <a:p>
            <a:r>
              <a:rPr lang="en-US"/>
              <a:t>Error pattern identification</a:t>
            </a:r>
          </a:p>
          <a:p>
            <a:r>
              <a:rPr lang="en-US"/>
              <a:t>Implications for SOC log workflows</a:t>
            </a:r>
          </a:p>
        </p:txBody>
      </p:sp>
      <p:pic>
        <p:nvPicPr>
          <p:cNvPr id="27" name="Picture 26" descr="Magnifying glass showing decling performance">
            <a:extLst>
              <a:ext uri="{FF2B5EF4-FFF2-40B4-BE49-F238E27FC236}">
                <a16:creationId xmlns:a16="http://schemas.microsoft.com/office/drawing/2014/main" id="{B3CD451A-B547-38D7-8927-E956F151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38" r="39902" b="-1"/>
          <a:stretch>
            <a:fillRect/>
          </a:stretch>
        </p:blipFill>
        <p:spPr>
          <a:xfrm>
            <a:off x="6976934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58000">
                <a:moveTo>
                  <a:pt x="2017353" y="0"/>
                </a:moveTo>
                <a:lnTo>
                  <a:pt x="5215066" y="0"/>
                </a:lnTo>
                <a:lnTo>
                  <a:pt x="5215066" y="6858000"/>
                </a:lnTo>
                <a:lnTo>
                  <a:pt x="1292431" y="6858000"/>
                </a:lnTo>
                <a:lnTo>
                  <a:pt x="1012702" y="6549681"/>
                </a:lnTo>
                <a:cubicBezTo>
                  <a:pt x="380046" y="5781733"/>
                  <a:pt x="0" y="4797206"/>
                  <a:pt x="0" y="3723759"/>
                </a:cubicBezTo>
                <a:cubicBezTo>
                  <a:pt x="0" y="2190263"/>
                  <a:pt x="775604" y="838237"/>
                  <a:pt x="1955279" y="39865"/>
                </a:cubicBezTo>
                <a:close/>
              </a:path>
            </a:pathLst>
          </a:custGeom>
        </p:spPr>
      </p:pic>
      <p:sp>
        <p:nvSpPr>
          <p:cNvPr id="28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4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117"/>
    </mc:Choice>
    <mc:Fallback xmlns="">
      <p:transition spd="slow" advTm="5411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Yellow question mark">
            <a:extLst>
              <a:ext uri="{FF2B5EF4-FFF2-40B4-BE49-F238E27FC236}">
                <a16:creationId xmlns:a16="http://schemas.microsoft.com/office/drawing/2014/main" id="{9CB4AD31-85A5-BAF7-9CC1-4A7AD15E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4398140-F067-40E9-892C-4DB04C70B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44600" y="-1244600"/>
            <a:ext cx="6858000" cy="9347200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8F849-8A4C-5CCD-4EB8-C7BAC988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143000"/>
            <a:ext cx="4572000" cy="29847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Questions?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726E8A-324C-4684-96F2-AFDDFB2F1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58952" y="4291242"/>
            <a:ext cx="457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6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30"/>
    </mc:Choice>
    <mc:Fallback xmlns="">
      <p:transition spd="slow" advTm="14730"/>
    </mc:Fallback>
  </mc:AlternateContent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146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Sitka Banner</vt:lpstr>
      <vt:lpstr>HeadlinesVTI</vt:lpstr>
      <vt:lpstr>Evaluating LLMs For Malicious Activity Detection in Windows Event Logs</vt:lpstr>
      <vt:lpstr>Motivation</vt:lpstr>
      <vt:lpstr>Research Questions</vt:lpstr>
      <vt:lpstr>Dataset </vt:lpstr>
      <vt:lpstr>Benchmarking Framework</vt:lpstr>
      <vt:lpstr>Scope</vt:lpstr>
      <vt:lpstr>Expected Outcomes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James Vander Mooren</dc:creator>
  <cp:lastModifiedBy>Tyler James Vander Mooren</cp:lastModifiedBy>
  <cp:revision>5</cp:revision>
  <dcterms:created xsi:type="dcterms:W3CDTF">2026-02-16T16:27:45Z</dcterms:created>
  <dcterms:modified xsi:type="dcterms:W3CDTF">2026-02-17T19:24:45Z</dcterms:modified>
</cp:coreProperties>
</file>